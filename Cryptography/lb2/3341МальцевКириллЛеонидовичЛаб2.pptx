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9" r:id="rId4"/>
    <p:sldId id="284" r:id="rId5"/>
    <p:sldId id="261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3" r:id="rId14"/>
    <p:sldId id="323" r:id="rId15"/>
    <p:sldId id="292" r:id="rId16"/>
    <p:sldId id="294" r:id="rId17"/>
    <p:sldId id="295" r:id="rId18"/>
    <p:sldId id="296" r:id="rId19"/>
    <p:sldId id="297" r:id="rId20"/>
    <p:sldId id="299" r:id="rId21"/>
    <p:sldId id="298" r:id="rId22"/>
    <p:sldId id="300" r:id="rId23"/>
    <p:sldId id="301" r:id="rId24"/>
    <p:sldId id="303" r:id="rId25"/>
    <p:sldId id="304" r:id="rId26"/>
    <p:sldId id="305" r:id="rId27"/>
    <p:sldId id="308" r:id="rId28"/>
    <p:sldId id="309" r:id="rId29"/>
    <p:sldId id="306" r:id="rId30"/>
    <p:sldId id="310" r:id="rId31"/>
    <p:sldId id="314" r:id="rId32"/>
    <p:sldId id="316" r:id="rId33"/>
    <p:sldId id="313" r:id="rId34"/>
    <p:sldId id="315" r:id="rId35"/>
    <p:sldId id="311" r:id="rId36"/>
    <p:sldId id="275" r:id="rId3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94334E-D685-487B-857F-ECB3DD573993}" v="171" dt="2026-10-11T19:59:11.7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10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na Kirillova" userId="f5ef8d0d835de94c" providerId="LiveId" clId="{C4697146-E249-4860-92C0-0922103E41A2}"/>
    <pc:docChg chg="undo custSel addSld delSld modSld sldOrd">
      <pc:chgData name="Inna Kirillova" userId="f5ef8d0d835de94c" providerId="LiveId" clId="{C4697146-E249-4860-92C0-0922103E41A2}" dt="2026-10-11T19:59:25.125" v="2138" actId="1076"/>
      <pc:docMkLst>
        <pc:docMk/>
      </pc:docMkLst>
      <pc:sldChg chg="modSp mod">
        <pc:chgData name="Inna Kirillova" userId="f5ef8d0d835de94c" providerId="LiveId" clId="{C4697146-E249-4860-92C0-0922103E41A2}" dt="2026-10-02T12:33:51.437" v="1" actId="20577"/>
        <pc:sldMkLst>
          <pc:docMk/>
          <pc:sldMk cId="2993367794" sldId="256"/>
        </pc:sldMkLst>
        <pc:spChg chg="mod">
          <ac:chgData name="Inna Kirillova" userId="f5ef8d0d835de94c" providerId="LiveId" clId="{C4697146-E249-4860-92C0-0922103E41A2}" dt="2026-10-02T12:33:51.437" v="1" actId="20577"/>
          <ac:spMkLst>
            <pc:docMk/>
            <pc:sldMk cId="2993367794" sldId="256"/>
            <ac:spMk id="2" creationId="{17C1E7AD-954C-6D6E-9A67-E958DDF4C600}"/>
          </ac:spMkLst>
        </pc:spChg>
      </pc:sldChg>
      <pc:sldChg chg="modSp mod">
        <pc:chgData name="Inna Kirillova" userId="f5ef8d0d835de94c" providerId="LiveId" clId="{C4697146-E249-4860-92C0-0922103E41A2}" dt="2026-10-02T12:36:14.582" v="33" actId="20577"/>
        <pc:sldMkLst>
          <pc:docMk/>
          <pc:sldMk cId="541861938" sldId="257"/>
        </pc:sldMkLst>
        <pc:spChg chg="mod">
          <ac:chgData name="Inna Kirillova" userId="f5ef8d0d835de94c" providerId="LiveId" clId="{C4697146-E249-4860-92C0-0922103E41A2}" dt="2026-10-02T12:36:14.582" v="33" actId="20577"/>
          <ac:spMkLst>
            <pc:docMk/>
            <pc:sldMk cId="541861938" sldId="257"/>
            <ac:spMk id="3" creationId="{D45EF3EF-1EA9-20CF-57DB-058476A0C3CC}"/>
          </ac:spMkLst>
        </pc:spChg>
      </pc:sldChg>
      <pc:sldChg chg="addSp delSp modSp add del mod">
        <pc:chgData name="Inna Kirillova" userId="f5ef8d0d835de94c" providerId="LiveId" clId="{C4697146-E249-4860-92C0-0922103E41A2}" dt="2026-10-03T18:19:15.951" v="520" actId="20577"/>
        <pc:sldMkLst>
          <pc:docMk/>
          <pc:sldMk cId="1271169022" sldId="259"/>
        </pc:sldMkLst>
        <pc:spChg chg="mod">
          <ac:chgData name="Inna Kirillova" userId="f5ef8d0d835de94c" providerId="LiveId" clId="{C4697146-E249-4860-92C0-0922103E41A2}" dt="2026-10-03T18:19:15.951" v="520" actId="20577"/>
          <ac:spMkLst>
            <pc:docMk/>
            <pc:sldMk cId="1271169022" sldId="259"/>
            <ac:spMk id="2" creationId="{2F9604C8-791E-2D49-3B09-A9D8529344D2}"/>
          </ac:spMkLst>
        </pc:spChg>
        <pc:spChg chg="add del mod">
          <ac:chgData name="Inna Kirillova" userId="f5ef8d0d835de94c" providerId="LiveId" clId="{C4697146-E249-4860-92C0-0922103E41A2}" dt="2026-10-02T21:37:40.257" v="79" actId="20577"/>
          <ac:spMkLst>
            <pc:docMk/>
            <pc:sldMk cId="1271169022" sldId="259"/>
            <ac:spMk id="5" creationId="{0AE92408-0EE1-CABA-5FF1-DDFC33D9514B}"/>
          </ac:spMkLst>
        </pc:spChg>
        <pc:picChg chg="add mod">
          <ac:chgData name="Inna Kirillova" userId="f5ef8d0d835de94c" providerId="LiveId" clId="{C4697146-E249-4860-92C0-0922103E41A2}" dt="2026-10-02T12:47:16.411" v="40" actId="14100"/>
          <ac:picMkLst>
            <pc:docMk/>
            <pc:sldMk cId="1271169022" sldId="259"/>
            <ac:picMk id="4" creationId="{46150BBE-A9A0-8FE2-A326-DCA8214D8256}"/>
          </ac:picMkLst>
        </pc:picChg>
      </pc:sldChg>
      <pc:sldChg chg="addSp delSp modSp mod">
        <pc:chgData name="Inna Kirillova" userId="f5ef8d0d835de94c" providerId="LiveId" clId="{C4697146-E249-4860-92C0-0922103E41A2}" dt="2026-10-02T22:32:53.163" v="469" actId="1076"/>
        <pc:sldMkLst>
          <pc:docMk/>
          <pc:sldMk cId="2783388103" sldId="261"/>
        </pc:sldMkLst>
        <pc:spChg chg="mod">
          <ac:chgData name="Inna Kirillova" userId="f5ef8d0d835de94c" providerId="LiveId" clId="{C4697146-E249-4860-92C0-0922103E41A2}" dt="2026-10-02T21:41:47.835" v="140" actId="20577"/>
          <ac:spMkLst>
            <pc:docMk/>
            <pc:sldMk cId="2783388103" sldId="261"/>
            <ac:spMk id="2" creationId="{05C64434-EA78-C3F4-4978-1E90FF285266}"/>
          </ac:spMkLst>
        </pc:spChg>
        <pc:picChg chg="add mod ord">
          <ac:chgData name="Inna Kirillova" userId="f5ef8d0d835de94c" providerId="LiveId" clId="{C4697146-E249-4860-92C0-0922103E41A2}" dt="2026-10-02T22:32:53.163" v="469" actId="1076"/>
          <ac:picMkLst>
            <pc:docMk/>
            <pc:sldMk cId="2783388103" sldId="261"/>
            <ac:picMk id="16" creationId="{2B89E022-DBC0-5799-32EC-0DC926FDE271}"/>
          </ac:picMkLst>
        </pc:picChg>
      </pc:sldChg>
      <pc:sldChg chg="modSp mod">
        <pc:chgData name="Inna Kirillova" userId="f5ef8d0d835de94c" providerId="LiveId" clId="{C4697146-E249-4860-92C0-0922103E41A2}" dt="2026-10-04T12:23:36.731" v="1445" actId="403"/>
        <pc:sldMkLst>
          <pc:docMk/>
          <pc:sldMk cId="1718412342" sldId="275"/>
        </pc:sldMkLst>
        <pc:spChg chg="mod">
          <ac:chgData name="Inna Kirillova" userId="f5ef8d0d835de94c" providerId="LiveId" clId="{C4697146-E249-4860-92C0-0922103E41A2}" dt="2026-10-04T12:23:36.731" v="1445" actId="403"/>
          <ac:spMkLst>
            <pc:docMk/>
            <pc:sldMk cId="1718412342" sldId="275"/>
            <ac:spMk id="3" creationId="{E5CF4765-D2FE-C584-639A-2DE191D7B5E1}"/>
          </ac:spMkLst>
        </pc:spChg>
      </pc:sldChg>
      <pc:sldChg chg="addSp delSp modSp add mod setBg setClrOvrMap">
        <pc:chgData name="Inna Kirillova" userId="f5ef8d0d835de94c" providerId="LiveId" clId="{C4697146-E249-4860-92C0-0922103E41A2}" dt="2026-10-02T21:40:52.987" v="138" actId="1076"/>
        <pc:sldMkLst>
          <pc:docMk/>
          <pc:sldMk cId="3137256238" sldId="284"/>
        </pc:sldMkLst>
        <pc:spChg chg="mod">
          <ac:chgData name="Inna Kirillova" userId="f5ef8d0d835de94c" providerId="LiveId" clId="{C4697146-E249-4860-92C0-0922103E41A2}" dt="2026-10-02T21:39:02.158" v="109" actId="20577"/>
          <ac:spMkLst>
            <pc:docMk/>
            <pc:sldMk cId="3137256238" sldId="284"/>
            <ac:spMk id="2" creationId="{671F30E3-9C65-3026-E886-B40686DA64AA}"/>
          </ac:spMkLst>
        </pc:spChg>
        <pc:spChg chg="add del mod">
          <ac:chgData name="Inna Kirillova" userId="f5ef8d0d835de94c" providerId="LiveId" clId="{C4697146-E249-4860-92C0-0922103E41A2}" dt="2026-10-02T21:40:46.963" v="137" actId="1076"/>
          <ac:spMkLst>
            <pc:docMk/>
            <pc:sldMk cId="3137256238" sldId="284"/>
            <ac:spMk id="5" creationId="{B2486A5D-8E06-74B6-BCC6-518CDE9522A7}"/>
          </ac:spMkLst>
        </pc:spChg>
        <pc:picChg chg="add mod">
          <ac:chgData name="Inna Kirillova" userId="f5ef8d0d835de94c" providerId="LiveId" clId="{C4697146-E249-4860-92C0-0922103E41A2}" dt="2026-10-02T21:40:52.987" v="138" actId="1076"/>
          <ac:picMkLst>
            <pc:docMk/>
            <pc:sldMk cId="3137256238" sldId="284"/>
            <ac:picMk id="4" creationId="{1BE61948-0BEC-E3DA-2B58-95161F8392E5}"/>
          </ac:picMkLst>
        </pc:picChg>
        <pc:picChg chg="add mod">
          <ac:chgData name="Inna Kirillova" userId="f5ef8d0d835de94c" providerId="LiveId" clId="{C4697146-E249-4860-92C0-0922103E41A2}" dt="2026-10-02T21:40:13.872" v="128" actId="1076"/>
          <ac:picMkLst>
            <pc:docMk/>
            <pc:sldMk cId="3137256238" sldId="284"/>
            <ac:picMk id="6" creationId="{21334334-FC2C-D8FE-6229-F159BEDE9262}"/>
          </ac:picMkLst>
        </pc:picChg>
      </pc:sldChg>
      <pc:sldChg chg="addSp delSp modSp add mod">
        <pc:chgData name="Inna Kirillova" userId="f5ef8d0d835de94c" providerId="LiveId" clId="{C4697146-E249-4860-92C0-0922103E41A2}" dt="2026-10-02T22:09:56.329" v="265" actId="21"/>
        <pc:sldMkLst>
          <pc:docMk/>
          <pc:sldMk cId="1796441350" sldId="285"/>
        </pc:sldMkLst>
        <pc:spChg chg="mod">
          <ac:chgData name="Inna Kirillova" userId="f5ef8d0d835de94c" providerId="LiveId" clId="{C4697146-E249-4860-92C0-0922103E41A2}" dt="2026-10-02T22:03:48.172" v="224" actId="1076"/>
          <ac:spMkLst>
            <pc:docMk/>
            <pc:sldMk cId="1796441350" sldId="285"/>
            <ac:spMk id="2" creationId="{AEFF64ED-2D37-EE9D-7880-153F64F09140}"/>
          </ac:spMkLst>
        </pc:spChg>
        <pc:picChg chg="add mod ord">
          <ac:chgData name="Inna Kirillova" userId="f5ef8d0d835de94c" providerId="LiveId" clId="{C4697146-E249-4860-92C0-0922103E41A2}" dt="2026-10-02T22:03:56.567" v="227" actId="1076"/>
          <ac:picMkLst>
            <pc:docMk/>
            <pc:sldMk cId="1796441350" sldId="285"/>
            <ac:picMk id="7" creationId="{D94BCDF0-7106-0E31-1C34-A28AC9A73F0B}"/>
          </ac:picMkLst>
        </pc:picChg>
        <pc:picChg chg="add mod">
          <ac:chgData name="Inna Kirillova" userId="f5ef8d0d835de94c" providerId="LiveId" clId="{C4697146-E249-4860-92C0-0922103E41A2}" dt="2026-10-02T22:04:13.096" v="232" actId="1076"/>
          <ac:picMkLst>
            <pc:docMk/>
            <pc:sldMk cId="1796441350" sldId="285"/>
            <ac:picMk id="9" creationId="{0AC5483E-DD92-BF83-5E70-5CE3CB300406}"/>
          </ac:picMkLst>
        </pc:picChg>
        <pc:picChg chg="add del mod">
          <ac:chgData name="Inna Kirillova" userId="f5ef8d0d835de94c" providerId="LiveId" clId="{C4697146-E249-4860-92C0-0922103E41A2}" dt="2026-10-02T22:09:56.329" v="265" actId="21"/>
          <ac:picMkLst>
            <pc:docMk/>
            <pc:sldMk cId="1796441350" sldId="285"/>
            <ac:picMk id="11" creationId="{280A02AC-7C89-41D6-4E5C-130DE2AF1411}"/>
          </ac:picMkLst>
        </pc:picChg>
      </pc:sldChg>
      <pc:sldChg chg="addSp delSp modSp add mod">
        <pc:chgData name="Inna Kirillova" userId="f5ef8d0d835de94c" providerId="LiveId" clId="{C4697146-E249-4860-92C0-0922103E41A2}" dt="2026-10-02T22:21:12.478" v="395" actId="20577"/>
        <pc:sldMkLst>
          <pc:docMk/>
          <pc:sldMk cId="1488760426" sldId="286"/>
        </pc:sldMkLst>
        <pc:spChg chg="mod">
          <ac:chgData name="Inna Kirillova" userId="f5ef8d0d835de94c" providerId="LiveId" clId="{C4697146-E249-4860-92C0-0922103E41A2}" dt="2026-10-02T22:21:12.478" v="395" actId="20577"/>
          <ac:spMkLst>
            <pc:docMk/>
            <pc:sldMk cId="1488760426" sldId="286"/>
            <ac:spMk id="2" creationId="{4DDAD551-6531-8634-FC42-C8589F9421E5}"/>
          </ac:spMkLst>
        </pc:spChg>
        <pc:picChg chg="add mod ord">
          <ac:chgData name="Inna Kirillova" userId="f5ef8d0d835de94c" providerId="LiveId" clId="{C4697146-E249-4860-92C0-0922103E41A2}" dt="2026-10-02T22:09:43.860" v="258" actId="1076"/>
          <ac:picMkLst>
            <pc:docMk/>
            <pc:sldMk cId="1488760426" sldId="286"/>
            <ac:picMk id="7" creationId="{C2F385D1-4CFA-5FB6-EA21-F23130BA4318}"/>
          </ac:picMkLst>
        </pc:picChg>
        <pc:picChg chg="add mod">
          <ac:chgData name="Inna Kirillova" userId="f5ef8d0d835de94c" providerId="LiveId" clId="{C4697146-E249-4860-92C0-0922103E41A2}" dt="2026-10-02T22:04:52.615" v="233" actId="1076"/>
          <ac:picMkLst>
            <pc:docMk/>
            <pc:sldMk cId="1488760426" sldId="286"/>
            <ac:picMk id="9" creationId="{F0FD6445-0163-2B8E-8A58-A0E8627C8C5D}"/>
          </ac:picMkLst>
        </pc:picChg>
        <pc:picChg chg="add mod">
          <ac:chgData name="Inna Kirillova" userId="f5ef8d0d835de94c" providerId="LiveId" clId="{C4697146-E249-4860-92C0-0922103E41A2}" dt="2026-10-02T22:09:44.066" v="259" actId="1076"/>
          <ac:picMkLst>
            <pc:docMk/>
            <pc:sldMk cId="1488760426" sldId="286"/>
            <ac:picMk id="11" creationId="{80E07C3F-7402-359B-3EBD-D33848645FFA}"/>
          </ac:picMkLst>
        </pc:picChg>
        <pc:picChg chg="add mod">
          <ac:chgData name="Inna Kirillova" userId="f5ef8d0d835de94c" providerId="LiveId" clId="{C4697146-E249-4860-92C0-0922103E41A2}" dt="2026-10-02T22:09:44.650" v="261" actId="1076"/>
          <ac:picMkLst>
            <pc:docMk/>
            <pc:sldMk cId="1488760426" sldId="286"/>
            <ac:picMk id="13" creationId="{A00A3A05-BC84-F645-0062-AA16610FA895}"/>
          </ac:picMkLst>
        </pc:picChg>
      </pc:sldChg>
      <pc:sldChg chg="addSp delSp modSp add mod">
        <pc:chgData name="Inna Kirillova" userId="f5ef8d0d835de94c" providerId="LiveId" clId="{C4697146-E249-4860-92C0-0922103E41A2}" dt="2026-10-02T22:21:01.269" v="386" actId="20577"/>
        <pc:sldMkLst>
          <pc:docMk/>
          <pc:sldMk cId="3548738602" sldId="287"/>
        </pc:sldMkLst>
        <pc:spChg chg="mod">
          <ac:chgData name="Inna Kirillova" userId="f5ef8d0d835de94c" providerId="LiveId" clId="{C4697146-E249-4860-92C0-0922103E41A2}" dt="2026-10-02T22:21:01.269" v="386" actId="20577"/>
          <ac:spMkLst>
            <pc:docMk/>
            <pc:sldMk cId="3548738602" sldId="287"/>
            <ac:spMk id="2" creationId="{7D9EFF97-87A9-38B3-DEE0-F8002729BA3B}"/>
          </ac:spMkLst>
        </pc:spChg>
        <pc:picChg chg="add mod">
          <ac:chgData name="Inna Kirillova" userId="f5ef8d0d835de94c" providerId="LiveId" clId="{C4697146-E249-4860-92C0-0922103E41A2}" dt="2026-10-02T22:14:22.233" v="301" actId="14100"/>
          <ac:picMkLst>
            <pc:docMk/>
            <pc:sldMk cId="3548738602" sldId="287"/>
            <ac:picMk id="10" creationId="{FAD6F5B0-1E7B-7D90-926B-AB56B64E4FD0}"/>
          </ac:picMkLst>
        </pc:picChg>
        <pc:picChg chg="add del mod modCrop">
          <ac:chgData name="Inna Kirillova" userId="f5ef8d0d835de94c" providerId="LiveId" clId="{C4697146-E249-4860-92C0-0922103E41A2}" dt="2026-10-02T22:14:21.383" v="299" actId="478"/>
          <ac:picMkLst>
            <pc:docMk/>
            <pc:sldMk cId="3548738602" sldId="287"/>
            <ac:picMk id="13" creationId="{7CBB2172-DB68-12ED-D4F1-8FB2E795A033}"/>
          </ac:picMkLst>
        </pc:picChg>
      </pc:sldChg>
      <pc:sldChg chg="addSp delSp modSp add mod">
        <pc:chgData name="Inna Kirillova" userId="f5ef8d0d835de94c" providerId="LiveId" clId="{C4697146-E249-4860-92C0-0922103E41A2}" dt="2026-10-02T22:19:52.470" v="361" actId="1076"/>
        <pc:sldMkLst>
          <pc:docMk/>
          <pc:sldMk cId="3778025255" sldId="288"/>
        </pc:sldMkLst>
        <pc:spChg chg="mod">
          <ac:chgData name="Inna Kirillova" userId="f5ef8d0d835de94c" providerId="LiveId" clId="{C4697146-E249-4860-92C0-0922103E41A2}" dt="2026-10-02T22:11:42.499" v="287" actId="20577"/>
          <ac:spMkLst>
            <pc:docMk/>
            <pc:sldMk cId="3778025255" sldId="288"/>
            <ac:spMk id="2" creationId="{180C5F36-CB3B-42C6-E3C3-94A5C2669FA3}"/>
          </ac:spMkLst>
        </pc:spChg>
        <pc:picChg chg="add mod ord">
          <ac:chgData name="Inna Kirillova" userId="f5ef8d0d835de94c" providerId="LiveId" clId="{C4697146-E249-4860-92C0-0922103E41A2}" dt="2026-10-02T22:19:39.955" v="357" actId="1076"/>
          <ac:picMkLst>
            <pc:docMk/>
            <pc:sldMk cId="3778025255" sldId="288"/>
            <ac:picMk id="6" creationId="{621ABE6C-E37B-1D6D-BBF7-95B1E6478C35}"/>
          </ac:picMkLst>
        </pc:picChg>
        <pc:picChg chg="add mod">
          <ac:chgData name="Inna Kirillova" userId="f5ef8d0d835de94c" providerId="LiveId" clId="{C4697146-E249-4860-92C0-0922103E41A2}" dt="2026-10-02T22:17:54.359" v="331" actId="1076"/>
          <ac:picMkLst>
            <pc:docMk/>
            <pc:sldMk cId="3778025255" sldId="288"/>
            <ac:picMk id="8" creationId="{895B5A66-7111-3AF2-0F42-7364125AE71A}"/>
          </ac:picMkLst>
        </pc:picChg>
        <pc:picChg chg="add mod modCrop">
          <ac:chgData name="Inna Kirillova" userId="f5ef8d0d835de94c" providerId="LiveId" clId="{C4697146-E249-4860-92C0-0922103E41A2}" dt="2026-10-02T22:19:52.470" v="361" actId="1076"/>
          <ac:picMkLst>
            <pc:docMk/>
            <pc:sldMk cId="3778025255" sldId="288"/>
            <ac:picMk id="11" creationId="{463D3D8C-9242-BB8C-5C96-0672D84DFE14}"/>
          </ac:picMkLst>
        </pc:picChg>
        <pc:picChg chg="add mod modCrop">
          <ac:chgData name="Inna Kirillova" userId="f5ef8d0d835de94c" providerId="LiveId" clId="{C4697146-E249-4860-92C0-0922103E41A2}" dt="2026-10-02T22:19:46.008" v="358" actId="1076"/>
          <ac:picMkLst>
            <pc:docMk/>
            <pc:sldMk cId="3778025255" sldId="288"/>
            <ac:picMk id="14" creationId="{975CBCBD-520D-072C-180E-62668E35CB2E}"/>
          </ac:picMkLst>
        </pc:picChg>
        <pc:picChg chg="add mod">
          <ac:chgData name="Inna Kirillova" userId="f5ef8d0d835de94c" providerId="LiveId" clId="{C4697146-E249-4860-92C0-0922103E41A2}" dt="2026-10-02T22:19:46.008" v="358" actId="1076"/>
          <ac:picMkLst>
            <pc:docMk/>
            <pc:sldMk cId="3778025255" sldId="288"/>
            <ac:picMk id="16" creationId="{FDEAFEAE-511F-D464-1274-98FA145D0300}"/>
          </ac:picMkLst>
        </pc:picChg>
        <pc:picChg chg="add mod">
          <ac:chgData name="Inna Kirillova" userId="f5ef8d0d835de94c" providerId="LiveId" clId="{C4697146-E249-4860-92C0-0922103E41A2}" dt="2026-10-02T22:19:46.008" v="358" actId="1076"/>
          <ac:picMkLst>
            <pc:docMk/>
            <pc:sldMk cId="3778025255" sldId="288"/>
            <ac:picMk id="18" creationId="{3B4AF5E4-635C-4F0F-E454-C16AB5BDD8AB}"/>
          </ac:picMkLst>
        </pc:picChg>
        <pc:picChg chg="add mod">
          <ac:chgData name="Inna Kirillova" userId="f5ef8d0d835de94c" providerId="LiveId" clId="{C4697146-E249-4860-92C0-0922103E41A2}" dt="2026-10-02T22:19:48.578" v="359" actId="1076"/>
          <ac:picMkLst>
            <pc:docMk/>
            <pc:sldMk cId="3778025255" sldId="288"/>
            <ac:picMk id="20" creationId="{75A7E044-0A02-ABAD-CA2D-5D7845858DE4}"/>
          </ac:picMkLst>
        </pc:picChg>
      </pc:sldChg>
      <pc:sldChg chg="addSp delSp modSp add mod">
        <pc:chgData name="Inna Kirillova" userId="f5ef8d0d835de94c" providerId="LiveId" clId="{C4697146-E249-4860-92C0-0922103E41A2}" dt="2026-10-02T22:23:18.206" v="407" actId="1076"/>
        <pc:sldMkLst>
          <pc:docMk/>
          <pc:sldMk cId="551077416" sldId="289"/>
        </pc:sldMkLst>
        <pc:spChg chg="mod">
          <ac:chgData name="Inna Kirillova" userId="f5ef8d0d835de94c" providerId="LiveId" clId="{C4697146-E249-4860-92C0-0922103E41A2}" dt="2026-10-02T22:20:51.787" v="377" actId="1076"/>
          <ac:spMkLst>
            <pc:docMk/>
            <pc:sldMk cId="551077416" sldId="289"/>
            <ac:spMk id="2" creationId="{DFE446C0-0766-17D9-581D-9C7465742A30}"/>
          </ac:spMkLst>
        </pc:spChg>
        <pc:picChg chg="add mod ord">
          <ac:chgData name="Inna Kirillova" userId="f5ef8d0d835de94c" providerId="LiveId" clId="{C4697146-E249-4860-92C0-0922103E41A2}" dt="2026-10-02T22:22:21.693" v="404" actId="14100"/>
          <ac:picMkLst>
            <pc:docMk/>
            <pc:sldMk cId="551077416" sldId="289"/>
            <ac:picMk id="7" creationId="{C61B5C21-F52A-60B8-1614-877D0AD01A4E}"/>
          </ac:picMkLst>
        </pc:picChg>
        <pc:picChg chg="add mod">
          <ac:chgData name="Inna Kirillova" userId="f5ef8d0d835de94c" providerId="LiveId" clId="{C4697146-E249-4860-92C0-0922103E41A2}" dt="2026-10-02T22:23:18.206" v="407" actId="1076"/>
          <ac:picMkLst>
            <pc:docMk/>
            <pc:sldMk cId="551077416" sldId="289"/>
            <ac:picMk id="10" creationId="{DAC0F521-BDC5-EC9C-3021-D88AB12090DA}"/>
          </ac:picMkLst>
        </pc:picChg>
      </pc:sldChg>
      <pc:sldChg chg="addSp delSp modSp add mod">
        <pc:chgData name="Inna Kirillova" userId="f5ef8d0d835de94c" providerId="LiveId" clId="{C4697146-E249-4860-92C0-0922103E41A2}" dt="2026-10-02T22:27:52.200" v="458" actId="1076"/>
        <pc:sldMkLst>
          <pc:docMk/>
          <pc:sldMk cId="617372719" sldId="290"/>
        </pc:sldMkLst>
        <pc:spChg chg="mod">
          <ac:chgData name="Inna Kirillova" userId="f5ef8d0d835de94c" providerId="LiveId" clId="{C4697146-E249-4860-92C0-0922103E41A2}" dt="2026-10-02T22:24:49.632" v="443" actId="14100"/>
          <ac:spMkLst>
            <pc:docMk/>
            <pc:sldMk cId="617372719" sldId="290"/>
            <ac:spMk id="2" creationId="{5550AF96-675C-8308-E131-817F231E24F4}"/>
          </ac:spMkLst>
        </pc:spChg>
        <pc:picChg chg="add mod ord">
          <ac:chgData name="Inna Kirillova" userId="f5ef8d0d835de94c" providerId="LiveId" clId="{C4697146-E249-4860-92C0-0922103E41A2}" dt="2026-10-02T22:27:48.845" v="457" actId="1076"/>
          <ac:picMkLst>
            <pc:docMk/>
            <pc:sldMk cId="617372719" sldId="290"/>
            <ac:picMk id="6" creationId="{3CAB9E3D-F047-1E30-0BB5-8EE081062F3B}"/>
          </ac:picMkLst>
        </pc:picChg>
        <pc:picChg chg="add mod">
          <ac:chgData name="Inna Kirillova" userId="f5ef8d0d835de94c" providerId="LiveId" clId="{C4697146-E249-4860-92C0-0922103E41A2}" dt="2026-10-02T22:27:52.200" v="458" actId="1076"/>
          <ac:picMkLst>
            <pc:docMk/>
            <pc:sldMk cId="617372719" sldId="290"/>
            <ac:picMk id="9" creationId="{51F29407-3E5D-678B-BE6E-D66B8BB6F6AF}"/>
          </ac:picMkLst>
        </pc:picChg>
      </pc:sldChg>
      <pc:sldChg chg="addSp delSp modSp add mod">
        <pc:chgData name="Inna Kirillova" userId="f5ef8d0d835de94c" providerId="LiveId" clId="{C4697146-E249-4860-92C0-0922103E41A2}" dt="2026-10-03T18:53:00.317" v="552" actId="1076"/>
        <pc:sldMkLst>
          <pc:docMk/>
          <pc:sldMk cId="2542307959" sldId="291"/>
        </pc:sldMkLst>
        <pc:spChg chg="mod">
          <ac:chgData name="Inna Kirillova" userId="f5ef8d0d835de94c" providerId="LiveId" clId="{C4697146-E249-4860-92C0-0922103E41A2}" dt="2026-10-03T18:19:46.737" v="544"/>
          <ac:spMkLst>
            <pc:docMk/>
            <pc:sldMk cId="2542307959" sldId="291"/>
            <ac:spMk id="2" creationId="{0A765892-0430-B54E-D384-784C0C7609F9}"/>
          </ac:spMkLst>
        </pc:spChg>
        <pc:picChg chg="add mod">
          <ac:chgData name="Inna Kirillova" userId="f5ef8d0d835de94c" providerId="LiveId" clId="{C4697146-E249-4860-92C0-0922103E41A2}" dt="2026-10-03T18:53:00.317" v="552" actId="1076"/>
          <ac:picMkLst>
            <pc:docMk/>
            <pc:sldMk cId="2542307959" sldId="291"/>
            <ac:picMk id="5" creationId="{EB6D2B9A-7849-B7AF-E32E-9992F0438431}"/>
          </ac:picMkLst>
        </pc:picChg>
      </pc:sldChg>
      <pc:sldChg chg="addSp delSp modSp add mod">
        <pc:chgData name="Inna Kirillova" userId="f5ef8d0d835de94c" providerId="LiveId" clId="{C4697146-E249-4860-92C0-0922103E41A2}" dt="2026-10-08T21:05:36.174" v="1671" actId="732"/>
        <pc:sldMkLst>
          <pc:docMk/>
          <pc:sldMk cId="3942462830" sldId="292"/>
        </pc:sldMkLst>
        <pc:spChg chg="mod">
          <ac:chgData name="Inna Kirillova" userId="f5ef8d0d835de94c" providerId="LiveId" clId="{C4697146-E249-4860-92C0-0922103E41A2}" dt="2026-10-08T19:13:49.849" v="1646" actId="20577"/>
          <ac:spMkLst>
            <pc:docMk/>
            <pc:sldMk cId="3942462830" sldId="292"/>
            <ac:spMk id="2" creationId="{04655A54-1ED7-DEA0-F604-A449AE1EBF64}"/>
          </ac:spMkLst>
        </pc:spChg>
        <pc:picChg chg="add del mod ord modCrop">
          <ac:chgData name="Inna Kirillova" userId="f5ef8d0d835de94c" providerId="LiveId" clId="{C4697146-E249-4860-92C0-0922103E41A2}" dt="2026-10-08T21:05:36.174" v="1671" actId="732"/>
          <ac:picMkLst>
            <pc:docMk/>
            <pc:sldMk cId="3942462830" sldId="292"/>
            <ac:picMk id="12" creationId="{A19F8CF7-3EE2-8FA3-4DD2-9BF29D68D890}"/>
          </ac:picMkLst>
        </pc:picChg>
        <pc:picChg chg="add mod">
          <ac:chgData name="Inna Kirillova" userId="f5ef8d0d835de94c" providerId="LiveId" clId="{C4697146-E249-4860-92C0-0922103E41A2}" dt="2026-10-08T19:13:38.668" v="1625" actId="14100"/>
          <ac:picMkLst>
            <pc:docMk/>
            <pc:sldMk cId="3942462830" sldId="292"/>
            <ac:picMk id="15" creationId="{2C85402F-19CA-2D9A-1F33-02576E83D61F}"/>
          </ac:picMkLst>
        </pc:picChg>
      </pc:sldChg>
      <pc:sldChg chg="addSp delSp modSp add mod ord">
        <pc:chgData name="Inna Kirillova" userId="f5ef8d0d835de94c" providerId="LiveId" clId="{C4697146-E249-4860-92C0-0922103E41A2}" dt="2026-10-03T19:12:17.276" v="621" actId="1076"/>
        <pc:sldMkLst>
          <pc:docMk/>
          <pc:sldMk cId="1188772885" sldId="293"/>
        </pc:sldMkLst>
        <pc:spChg chg="mod">
          <ac:chgData name="Inna Kirillova" userId="f5ef8d0d835de94c" providerId="LiveId" clId="{C4697146-E249-4860-92C0-0922103E41A2}" dt="2026-10-03T19:12:10.764" v="620" actId="20577"/>
          <ac:spMkLst>
            <pc:docMk/>
            <pc:sldMk cId="1188772885" sldId="293"/>
            <ac:spMk id="2" creationId="{39F741E1-1D51-3BBB-DD3C-612F5CCF5AD6}"/>
          </ac:spMkLst>
        </pc:spChg>
        <pc:spChg chg="mod">
          <ac:chgData name="Inna Kirillova" userId="f5ef8d0d835de94c" providerId="LiveId" clId="{C4697146-E249-4860-92C0-0922103E41A2}" dt="2026-10-03T19:12:17.276" v="621" actId="1076"/>
          <ac:spMkLst>
            <pc:docMk/>
            <pc:sldMk cId="1188772885" sldId="293"/>
            <ac:spMk id="5" creationId="{C3BF6778-D356-76E1-CDDC-D5A2E59C08F0}"/>
          </ac:spMkLst>
        </pc:spChg>
        <pc:spChg chg="add mod">
          <ac:chgData name="Inna Kirillova" userId="f5ef8d0d835de94c" providerId="LiveId" clId="{C4697146-E249-4860-92C0-0922103E41A2}" dt="2026-10-03T19:12:17.276" v="621" actId="1076"/>
          <ac:spMkLst>
            <pc:docMk/>
            <pc:sldMk cId="1188772885" sldId="293"/>
            <ac:spMk id="10" creationId="{E105587F-C9CB-5D71-7D9A-DB5FFABCE16B}"/>
          </ac:spMkLst>
        </pc:spChg>
        <pc:picChg chg="add mod">
          <ac:chgData name="Inna Kirillova" userId="f5ef8d0d835de94c" providerId="LiveId" clId="{C4697146-E249-4860-92C0-0922103E41A2}" dt="2026-10-03T19:10:09.218" v="583" actId="1076"/>
          <ac:picMkLst>
            <pc:docMk/>
            <pc:sldMk cId="1188772885" sldId="293"/>
            <ac:picMk id="6" creationId="{0B242355-C6F5-EBDA-8B3E-DE43BD712895}"/>
          </ac:picMkLst>
        </pc:picChg>
        <pc:picChg chg="add mod">
          <ac:chgData name="Inna Kirillova" userId="f5ef8d0d835de94c" providerId="LiveId" clId="{C4697146-E249-4860-92C0-0922103E41A2}" dt="2026-10-03T19:12:17.276" v="621" actId="1076"/>
          <ac:picMkLst>
            <pc:docMk/>
            <pc:sldMk cId="1188772885" sldId="293"/>
            <ac:picMk id="8" creationId="{B0D3E532-12B6-A6AF-8A21-767BD07DBE98}"/>
          </ac:picMkLst>
        </pc:picChg>
      </pc:sldChg>
      <pc:sldChg chg="addSp delSp modSp add mod">
        <pc:chgData name="Inna Kirillova" userId="f5ef8d0d835de94c" providerId="LiveId" clId="{C4697146-E249-4860-92C0-0922103E41A2}" dt="2026-10-11T19:53:27.071" v="2058" actId="20577"/>
        <pc:sldMkLst>
          <pc:docMk/>
          <pc:sldMk cId="2463471189" sldId="294"/>
        </pc:sldMkLst>
        <pc:spChg chg="mod">
          <ac:chgData name="Inna Kirillova" userId="f5ef8d0d835de94c" providerId="LiveId" clId="{C4697146-E249-4860-92C0-0922103E41A2}" dt="2026-10-03T19:13:08.028" v="626"/>
          <ac:spMkLst>
            <pc:docMk/>
            <pc:sldMk cId="2463471189" sldId="294"/>
            <ac:spMk id="2" creationId="{64C9D9EC-D596-495A-AF5E-1213A2B0E70B}"/>
          </ac:spMkLst>
        </pc:spChg>
        <pc:spChg chg="add mod">
          <ac:chgData name="Inna Kirillova" userId="f5ef8d0d835de94c" providerId="LiveId" clId="{C4697146-E249-4860-92C0-0922103E41A2}" dt="2026-10-11T19:53:27.071" v="2058" actId="20577"/>
          <ac:spMkLst>
            <pc:docMk/>
            <pc:sldMk cId="2463471189" sldId="294"/>
            <ac:spMk id="17" creationId="{F3FEA7EC-775B-DC24-C183-9E627EBCE000}"/>
          </ac:spMkLst>
        </pc:spChg>
        <pc:picChg chg="add mod">
          <ac:chgData name="Inna Kirillova" userId="f5ef8d0d835de94c" providerId="LiveId" clId="{C4697146-E249-4860-92C0-0922103E41A2}" dt="2026-10-08T21:55:23.249" v="1683" actId="14100"/>
          <ac:picMkLst>
            <pc:docMk/>
            <pc:sldMk cId="2463471189" sldId="294"/>
            <ac:picMk id="13" creationId="{3CF8597A-E4EF-93BA-7934-C5A9757B9F6C}"/>
          </ac:picMkLst>
        </pc:picChg>
        <pc:picChg chg="add mod">
          <ac:chgData name="Inna Kirillova" userId="f5ef8d0d835de94c" providerId="LiveId" clId="{C4697146-E249-4860-92C0-0922103E41A2}" dt="2026-10-11T17:44:18.901" v="2030" actId="1076"/>
          <ac:picMkLst>
            <pc:docMk/>
            <pc:sldMk cId="2463471189" sldId="294"/>
            <ac:picMk id="15" creationId="{5966D968-41B8-E48E-0C2D-685F495FC755}"/>
          </ac:picMkLst>
        </pc:picChg>
      </pc:sldChg>
      <pc:sldChg chg="addSp delSp modSp add mod">
        <pc:chgData name="Inna Kirillova" userId="f5ef8d0d835de94c" providerId="LiveId" clId="{C4697146-E249-4860-92C0-0922103E41A2}" dt="2026-10-08T22:14:17.423" v="1840" actId="478"/>
        <pc:sldMkLst>
          <pc:docMk/>
          <pc:sldMk cId="2067971051" sldId="295"/>
        </pc:sldMkLst>
        <pc:spChg chg="mod">
          <ac:chgData name="Inna Kirillova" userId="f5ef8d0d835de94c" providerId="LiveId" clId="{C4697146-E249-4860-92C0-0922103E41A2}" dt="2026-10-03T19:13:22.387" v="627"/>
          <ac:spMkLst>
            <pc:docMk/>
            <pc:sldMk cId="2067971051" sldId="295"/>
            <ac:spMk id="2" creationId="{9C510F2A-347C-078B-6F7F-530BE4055DC5}"/>
          </ac:spMkLst>
        </pc:spChg>
        <pc:spChg chg="add mod">
          <ac:chgData name="Inna Kirillova" userId="f5ef8d0d835de94c" providerId="LiveId" clId="{C4697146-E249-4860-92C0-0922103E41A2}" dt="2026-10-08T22:14:07.224" v="1838" actId="20577"/>
          <ac:spMkLst>
            <pc:docMk/>
            <pc:sldMk cId="2067971051" sldId="295"/>
            <ac:spMk id="14" creationId="{FCC2A4E5-CA5D-EA51-F2AE-44030B63B081}"/>
          </ac:spMkLst>
        </pc:spChg>
        <pc:graphicFrameChg chg="add mod modGraphic">
          <ac:chgData name="Inna Kirillova" userId="f5ef8d0d835de94c" providerId="LiveId" clId="{C4697146-E249-4860-92C0-0922103E41A2}" dt="2026-10-08T22:12:23.758" v="1816" actId="403"/>
          <ac:graphicFrameMkLst>
            <pc:docMk/>
            <pc:sldMk cId="2067971051" sldId="295"/>
            <ac:graphicFrameMk id="6" creationId="{A9644242-057B-F0DB-02CB-1A6E25101E46}"/>
          </ac:graphicFrameMkLst>
        </pc:graphicFrameChg>
        <pc:graphicFrameChg chg="add mod modGraphic">
          <ac:chgData name="Inna Kirillova" userId="f5ef8d0d835de94c" providerId="LiveId" clId="{C4697146-E249-4860-92C0-0922103E41A2}" dt="2026-10-08T22:13:18.379" v="1824" actId="14100"/>
          <ac:graphicFrameMkLst>
            <pc:docMk/>
            <pc:sldMk cId="2067971051" sldId="295"/>
            <ac:graphicFrameMk id="12" creationId="{BBF3C051-2D4A-C08F-261C-92573684C124}"/>
          </ac:graphicFrameMkLst>
        </pc:graphicFrameChg>
      </pc:sldChg>
      <pc:sldChg chg="addSp delSp modSp add mod">
        <pc:chgData name="Inna Kirillova" userId="f5ef8d0d835de94c" providerId="LiveId" clId="{C4697146-E249-4860-92C0-0922103E41A2}" dt="2026-10-08T21:05:26.950" v="1670" actId="1076"/>
        <pc:sldMkLst>
          <pc:docMk/>
          <pc:sldMk cId="930487561" sldId="296"/>
        </pc:sldMkLst>
        <pc:spChg chg="mod">
          <ac:chgData name="Inna Kirillova" userId="f5ef8d0d835de94c" providerId="LiveId" clId="{C4697146-E249-4860-92C0-0922103E41A2}" dt="2026-10-03T19:13:40.526" v="629"/>
          <ac:spMkLst>
            <pc:docMk/>
            <pc:sldMk cId="930487561" sldId="296"/>
            <ac:spMk id="2" creationId="{9C510F2A-347C-078B-6F7F-530BE4055DC5}"/>
          </ac:spMkLst>
        </pc:spChg>
        <pc:picChg chg="add mod ord modCrop">
          <ac:chgData name="Inna Kirillova" userId="f5ef8d0d835de94c" providerId="LiveId" clId="{C4697146-E249-4860-92C0-0922103E41A2}" dt="2026-10-08T21:05:26.950" v="1670" actId="1076"/>
          <ac:picMkLst>
            <pc:docMk/>
            <pc:sldMk cId="930487561" sldId="296"/>
            <ac:picMk id="5" creationId="{9A3925D7-66C7-49D0-6DE2-2C4531C141BB}"/>
          </ac:picMkLst>
        </pc:picChg>
      </pc:sldChg>
      <pc:sldChg chg="addSp delSp modSp add mod">
        <pc:chgData name="Inna Kirillova" userId="f5ef8d0d835de94c" providerId="LiveId" clId="{C4697146-E249-4860-92C0-0922103E41A2}" dt="2026-10-03T19:31:15.963" v="696" actId="255"/>
        <pc:sldMkLst>
          <pc:docMk/>
          <pc:sldMk cId="868569952" sldId="297"/>
        </pc:sldMkLst>
        <pc:spChg chg="mod">
          <ac:chgData name="Inna Kirillova" userId="f5ef8d0d835de94c" providerId="LiveId" clId="{C4697146-E249-4860-92C0-0922103E41A2}" dt="2026-10-03T19:14:36.737" v="631"/>
          <ac:spMkLst>
            <pc:docMk/>
            <pc:sldMk cId="868569952" sldId="297"/>
            <ac:spMk id="2" creationId="{9C510F2A-347C-078B-6F7F-530BE4055DC5}"/>
          </ac:spMkLst>
        </pc:spChg>
        <pc:spChg chg="add mod">
          <ac:chgData name="Inna Kirillova" userId="f5ef8d0d835de94c" providerId="LiveId" clId="{C4697146-E249-4860-92C0-0922103E41A2}" dt="2026-10-03T19:31:15.963" v="696" actId="255"/>
          <ac:spMkLst>
            <pc:docMk/>
            <pc:sldMk cId="868569952" sldId="297"/>
            <ac:spMk id="7" creationId="{1F9ABEA1-8CB4-83CE-FB04-E3241177F6A7}"/>
          </ac:spMkLst>
        </pc:spChg>
        <pc:picChg chg="add mod ord">
          <ac:chgData name="Inna Kirillova" userId="f5ef8d0d835de94c" providerId="LiveId" clId="{C4697146-E249-4860-92C0-0922103E41A2}" dt="2026-10-03T19:30:45.846" v="688" actId="1076"/>
          <ac:picMkLst>
            <pc:docMk/>
            <pc:sldMk cId="868569952" sldId="297"/>
            <ac:picMk id="5" creationId="{14FFA93A-19A3-61A8-8C77-7BC74DD882BF}"/>
          </ac:picMkLst>
        </pc:picChg>
      </pc:sldChg>
      <pc:sldChg chg="addSp delSp modSp add mod ord">
        <pc:chgData name="Inna Kirillova" userId="f5ef8d0d835de94c" providerId="LiveId" clId="{C4697146-E249-4860-92C0-0922103E41A2}" dt="2026-10-03T20:31:56.837" v="924" actId="478"/>
        <pc:sldMkLst>
          <pc:docMk/>
          <pc:sldMk cId="1211690573" sldId="298"/>
        </pc:sldMkLst>
        <pc:spChg chg="mod">
          <ac:chgData name="Inna Kirillova" userId="f5ef8d0d835de94c" providerId="LiveId" clId="{C4697146-E249-4860-92C0-0922103E41A2}" dt="2026-10-03T19:41:55.334" v="749"/>
          <ac:spMkLst>
            <pc:docMk/>
            <pc:sldMk cId="1211690573" sldId="298"/>
            <ac:spMk id="2" creationId="{1DF19623-F6CD-DB89-8A2A-B21C7BEC703E}"/>
          </ac:spMkLst>
        </pc:spChg>
        <pc:picChg chg="add mod">
          <ac:chgData name="Inna Kirillova" userId="f5ef8d0d835de94c" providerId="LiveId" clId="{C4697146-E249-4860-92C0-0922103E41A2}" dt="2026-10-03T20:31:52.880" v="923" actId="1076"/>
          <ac:picMkLst>
            <pc:docMk/>
            <pc:sldMk cId="1211690573" sldId="298"/>
            <ac:picMk id="9" creationId="{48F8560E-9756-3D3F-A560-7EE1280F768E}"/>
          </ac:picMkLst>
        </pc:picChg>
      </pc:sldChg>
      <pc:sldChg chg="addSp delSp modSp add mod">
        <pc:chgData name="Inna Kirillova" userId="f5ef8d0d835de94c" providerId="LiveId" clId="{C4697146-E249-4860-92C0-0922103E41A2}" dt="2026-10-03T19:40:06.788" v="738" actId="255"/>
        <pc:sldMkLst>
          <pc:docMk/>
          <pc:sldMk cId="2387641618" sldId="299"/>
        </pc:sldMkLst>
        <pc:spChg chg="mod">
          <ac:chgData name="Inna Kirillova" userId="f5ef8d0d835de94c" providerId="LiveId" clId="{C4697146-E249-4860-92C0-0922103E41A2}" dt="2026-10-03T19:15:28.945" v="637"/>
          <ac:spMkLst>
            <pc:docMk/>
            <pc:sldMk cId="2387641618" sldId="299"/>
            <ac:spMk id="2" creationId="{E6A7E244-48A8-9210-A249-856A047E5757}"/>
          </ac:spMkLst>
        </pc:spChg>
        <pc:spChg chg="add mod">
          <ac:chgData name="Inna Kirillova" userId="f5ef8d0d835de94c" providerId="LiveId" clId="{C4697146-E249-4860-92C0-0922103E41A2}" dt="2026-10-03T19:38:45.610" v="719" actId="20577"/>
          <ac:spMkLst>
            <pc:docMk/>
            <pc:sldMk cId="2387641618" sldId="299"/>
            <ac:spMk id="10" creationId="{EE13BD5F-18E0-19EE-E866-AAB2283C5FC7}"/>
          </ac:spMkLst>
        </pc:spChg>
        <pc:spChg chg="add mod">
          <ac:chgData name="Inna Kirillova" userId="f5ef8d0d835de94c" providerId="LiveId" clId="{C4697146-E249-4860-92C0-0922103E41A2}" dt="2026-10-03T19:40:06.788" v="738" actId="255"/>
          <ac:spMkLst>
            <pc:docMk/>
            <pc:sldMk cId="2387641618" sldId="299"/>
            <ac:spMk id="11" creationId="{EEF3692B-FFFD-E6F0-DBFB-2D6E2FB96218}"/>
          </ac:spMkLst>
        </pc:spChg>
        <pc:picChg chg="add mod ord">
          <ac:chgData name="Inna Kirillova" userId="f5ef8d0d835de94c" providerId="LiveId" clId="{C4697146-E249-4860-92C0-0922103E41A2}" dt="2026-10-03T19:16:12.468" v="639" actId="1076"/>
          <ac:picMkLst>
            <pc:docMk/>
            <pc:sldMk cId="2387641618" sldId="299"/>
            <ac:picMk id="7" creationId="{45E6F1FA-05FA-29CB-5055-62876C6160A5}"/>
          </ac:picMkLst>
        </pc:picChg>
      </pc:sldChg>
      <pc:sldChg chg="addSp delSp modSp add mod">
        <pc:chgData name="Inna Kirillova" userId="f5ef8d0d835de94c" providerId="LiveId" clId="{C4697146-E249-4860-92C0-0922103E41A2}" dt="2026-10-03T19:40:44.150" v="748" actId="255"/>
        <pc:sldMkLst>
          <pc:docMk/>
          <pc:sldMk cId="1456459644" sldId="300"/>
        </pc:sldMkLst>
        <pc:spChg chg="mod">
          <ac:chgData name="Inna Kirillova" userId="f5ef8d0d835de94c" providerId="LiveId" clId="{C4697146-E249-4860-92C0-0922103E41A2}" dt="2026-10-03T19:36:09.314" v="698"/>
          <ac:spMkLst>
            <pc:docMk/>
            <pc:sldMk cId="1456459644" sldId="300"/>
            <ac:spMk id="2" creationId="{E6A7E244-48A8-9210-A249-856A047E5757}"/>
          </ac:spMkLst>
        </pc:spChg>
        <pc:spChg chg="mod">
          <ac:chgData name="Inna Kirillova" userId="f5ef8d0d835de94c" providerId="LiveId" clId="{C4697146-E249-4860-92C0-0922103E41A2}" dt="2026-10-03T19:40:33.019" v="744" actId="255"/>
          <ac:spMkLst>
            <pc:docMk/>
            <pc:sldMk cId="1456459644" sldId="300"/>
            <ac:spMk id="10" creationId="{EE13BD5F-18E0-19EE-E866-AAB2283C5FC7}"/>
          </ac:spMkLst>
        </pc:spChg>
        <pc:spChg chg="mod">
          <ac:chgData name="Inna Kirillova" userId="f5ef8d0d835de94c" providerId="LiveId" clId="{C4697146-E249-4860-92C0-0922103E41A2}" dt="2026-10-03T19:40:44.150" v="748" actId="255"/>
          <ac:spMkLst>
            <pc:docMk/>
            <pc:sldMk cId="1456459644" sldId="300"/>
            <ac:spMk id="11" creationId="{EEF3692B-FFFD-E6F0-DBFB-2D6E2FB96218}"/>
          </ac:spMkLst>
        </pc:spChg>
        <pc:picChg chg="add mod ord">
          <ac:chgData name="Inna Kirillova" userId="f5ef8d0d835de94c" providerId="LiveId" clId="{C4697146-E249-4860-92C0-0922103E41A2}" dt="2026-10-03T19:36:34.069" v="701" actId="1076"/>
          <ac:picMkLst>
            <pc:docMk/>
            <pc:sldMk cId="1456459644" sldId="300"/>
            <ac:picMk id="6" creationId="{46C7A74A-56EA-7CA0-FBA5-1B1D7E5AB1AB}"/>
          </ac:picMkLst>
        </pc:picChg>
      </pc:sldChg>
      <pc:sldChg chg="addSp delSp modSp add mod">
        <pc:chgData name="Inna Kirillova" userId="f5ef8d0d835de94c" providerId="LiveId" clId="{C4697146-E249-4860-92C0-0922103E41A2}" dt="2026-10-03T20:35:02.137" v="932" actId="1076"/>
        <pc:sldMkLst>
          <pc:docMk/>
          <pc:sldMk cId="1035766756" sldId="301"/>
        </pc:sldMkLst>
        <pc:spChg chg="mod">
          <ac:chgData name="Inna Kirillova" userId="f5ef8d0d835de94c" providerId="LiveId" clId="{C4697146-E249-4860-92C0-0922103E41A2}" dt="2026-10-03T19:42:13.439" v="751"/>
          <ac:spMkLst>
            <pc:docMk/>
            <pc:sldMk cId="1035766756" sldId="301"/>
            <ac:spMk id="2" creationId="{1DF19623-F6CD-DB89-8A2A-B21C7BEC703E}"/>
          </ac:spMkLst>
        </pc:spChg>
        <pc:picChg chg="add mod">
          <ac:chgData name="Inna Kirillova" userId="f5ef8d0d835de94c" providerId="LiveId" clId="{C4697146-E249-4860-92C0-0922103E41A2}" dt="2026-10-03T20:35:02.137" v="932" actId="1076"/>
          <ac:picMkLst>
            <pc:docMk/>
            <pc:sldMk cId="1035766756" sldId="301"/>
            <ac:picMk id="3" creationId="{4820F9B6-3DCA-779B-01CE-0A55169482AC}"/>
          </ac:picMkLst>
        </pc:picChg>
      </pc:sldChg>
      <pc:sldChg chg="addSp delSp modSp add mod">
        <pc:chgData name="Inna Kirillova" userId="f5ef8d0d835de94c" providerId="LiveId" clId="{C4697146-E249-4860-92C0-0922103E41A2}" dt="2026-10-11T19:54:58.339" v="2093" actId="404"/>
        <pc:sldMkLst>
          <pc:docMk/>
          <pc:sldMk cId="3570716144" sldId="303"/>
        </pc:sldMkLst>
        <pc:spChg chg="add mod">
          <ac:chgData name="Inna Kirillova" userId="f5ef8d0d835de94c" providerId="LiveId" clId="{C4697146-E249-4860-92C0-0922103E41A2}" dt="2026-10-11T19:54:52.740" v="2090" actId="1076"/>
          <ac:spMkLst>
            <pc:docMk/>
            <pc:sldMk cId="3570716144" sldId="303"/>
            <ac:spMk id="19" creationId="{3AAEE854-2C5D-902A-8FAB-CCC05E5CEB86}"/>
          </ac:spMkLst>
        </pc:spChg>
        <pc:spChg chg="add mod">
          <ac:chgData name="Inna Kirillova" userId="f5ef8d0d835de94c" providerId="LiveId" clId="{C4697146-E249-4860-92C0-0922103E41A2}" dt="2026-10-11T19:54:58.339" v="2093" actId="404"/>
          <ac:spMkLst>
            <pc:docMk/>
            <pc:sldMk cId="3570716144" sldId="303"/>
            <ac:spMk id="20" creationId="{37477B71-F4CA-405C-58E3-9266FCBE2CC2}"/>
          </ac:spMkLst>
        </pc:spChg>
        <pc:picChg chg="add mod ord modCrop">
          <ac:chgData name="Inna Kirillova" userId="f5ef8d0d835de94c" providerId="LiveId" clId="{C4697146-E249-4860-92C0-0922103E41A2}" dt="2026-10-03T20:16:38.612" v="794" actId="1076"/>
          <ac:picMkLst>
            <pc:docMk/>
            <pc:sldMk cId="3570716144" sldId="303"/>
            <ac:picMk id="11" creationId="{C9FEE217-8F57-9518-B8EA-D62993CD64C4}"/>
          </ac:picMkLst>
        </pc:picChg>
        <pc:picChg chg="add mod">
          <ac:chgData name="Inna Kirillova" userId="f5ef8d0d835de94c" providerId="LiveId" clId="{C4697146-E249-4860-92C0-0922103E41A2}" dt="2026-10-03T20:10:13.026" v="780" actId="1076"/>
          <ac:picMkLst>
            <pc:docMk/>
            <pc:sldMk cId="3570716144" sldId="303"/>
            <ac:picMk id="13" creationId="{62BE3E85-2F2D-CFBB-E1FA-6D151305DA22}"/>
          </ac:picMkLst>
        </pc:picChg>
        <pc:picChg chg="add mod">
          <ac:chgData name="Inna Kirillova" userId="f5ef8d0d835de94c" providerId="LiveId" clId="{C4697146-E249-4860-92C0-0922103E41A2}" dt="2026-10-03T20:16:49.903" v="795" actId="1076"/>
          <ac:picMkLst>
            <pc:docMk/>
            <pc:sldMk cId="3570716144" sldId="303"/>
            <ac:picMk id="15" creationId="{DA0EBD97-9481-A5E0-53F9-6D919E01EBBF}"/>
          </ac:picMkLst>
        </pc:picChg>
        <pc:picChg chg="add mod">
          <ac:chgData name="Inna Kirillova" userId="f5ef8d0d835de94c" providerId="LiveId" clId="{C4697146-E249-4860-92C0-0922103E41A2}" dt="2026-10-03T20:16:49.903" v="795" actId="1076"/>
          <ac:picMkLst>
            <pc:docMk/>
            <pc:sldMk cId="3570716144" sldId="303"/>
            <ac:picMk id="17" creationId="{2DD3B58D-5295-5B95-1ED9-E1670A9E0DE4}"/>
          </ac:picMkLst>
        </pc:picChg>
      </pc:sldChg>
      <pc:sldChg chg="addSp delSp modSp add mod">
        <pc:chgData name="Inna Kirillova" userId="f5ef8d0d835de94c" providerId="LiveId" clId="{C4697146-E249-4860-92C0-0922103E41A2}" dt="2026-10-04T10:28:55.124" v="963" actId="1076"/>
        <pc:sldMkLst>
          <pc:docMk/>
          <pc:sldMk cId="2043489811" sldId="304"/>
        </pc:sldMkLst>
        <pc:spChg chg="mod">
          <ac:chgData name="Inna Kirillova" userId="f5ef8d0d835de94c" providerId="LiveId" clId="{C4697146-E249-4860-92C0-0922103E41A2}" dt="2026-10-03T21:17:46.373" v="934"/>
          <ac:spMkLst>
            <pc:docMk/>
            <pc:sldMk cId="2043489811" sldId="304"/>
            <ac:spMk id="2" creationId="{7729A493-C253-5170-987D-5043359F839C}"/>
          </ac:spMkLst>
        </pc:spChg>
        <pc:spChg chg="mod">
          <ac:chgData name="Inna Kirillova" userId="f5ef8d0d835de94c" providerId="LiveId" clId="{C4697146-E249-4860-92C0-0922103E41A2}" dt="2026-10-04T10:28:55.124" v="963" actId="1076"/>
          <ac:spMkLst>
            <pc:docMk/>
            <pc:sldMk cId="2043489811" sldId="304"/>
            <ac:spMk id="11" creationId="{5CB8AA9E-C8E0-D215-A5B7-525037F18AEB}"/>
          </ac:spMkLst>
        </pc:spChg>
        <pc:picChg chg="add mod ord">
          <ac:chgData name="Inna Kirillova" userId="f5ef8d0d835de94c" providerId="LiveId" clId="{C4697146-E249-4860-92C0-0922103E41A2}" dt="2026-10-04T10:27:51.620" v="948" actId="14100"/>
          <ac:picMkLst>
            <pc:docMk/>
            <pc:sldMk cId="2043489811" sldId="304"/>
            <ac:picMk id="7" creationId="{AE10055C-612F-95E1-B65F-87EB28FCE517}"/>
          </ac:picMkLst>
        </pc:picChg>
      </pc:sldChg>
      <pc:sldChg chg="addSp delSp modSp add mod">
        <pc:chgData name="Inna Kirillova" userId="f5ef8d0d835de94c" providerId="LiveId" clId="{C4697146-E249-4860-92C0-0922103E41A2}" dt="2026-10-04T11:42:18.392" v="1145" actId="1076"/>
        <pc:sldMkLst>
          <pc:docMk/>
          <pc:sldMk cId="358150229" sldId="305"/>
        </pc:sldMkLst>
        <pc:spChg chg="mod">
          <ac:chgData name="Inna Kirillova" userId="f5ef8d0d835de94c" providerId="LiveId" clId="{C4697146-E249-4860-92C0-0922103E41A2}" dt="2026-10-03T21:18:27.122" v="936"/>
          <ac:spMkLst>
            <pc:docMk/>
            <pc:sldMk cId="358150229" sldId="305"/>
            <ac:spMk id="2" creationId="{AD96B32D-AD68-F272-02C7-BC73D688B9DA}"/>
          </ac:spMkLst>
        </pc:spChg>
        <pc:spChg chg="add mod">
          <ac:chgData name="Inna Kirillova" userId="f5ef8d0d835de94c" providerId="LiveId" clId="{C4697146-E249-4860-92C0-0922103E41A2}" dt="2026-10-04T11:41:20.990" v="1092" actId="1076"/>
          <ac:spMkLst>
            <pc:docMk/>
            <pc:sldMk cId="358150229" sldId="305"/>
            <ac:spMk id="8" creationId="{68BC1C3A-4720-84A5-9C07-7743EC7B3156}"/>
          </ac:spMkLst>
        </pc:spChg>
        <pc:spChg chg="add mod">
          <ac:chgData name="Inna Kirillova" userId="f5ef8d0d835de94c" providerId="LiveId" clId="{C4697146-E249-4860-92C0-0922103E41A2}" dt="2026-10-04T11:41:20.990" v="1092" actId="1076"/>
          <ac:spMkLst>
            <pc:docMk/>
            <pc:sldMk cId="358150229" sldId="305"/>
            <ac:spMk id="10" creationId="{8A22019B-2411-B41F-99C6-E1408BCEFC01}"/>
          </ac:spMkLst>
        </pc:spChg>
        <pc:spChg chg="add mod">
          <ac:chgData name="Inna Kirillova" userId="f5ef8d0d835de94c" providerId="LiveId" clId="{C4697146-E249-4860-92C0-0922103E41A2}" dt="2026-10-04T11:41:20.990" v="1092" actId="1076"/>
          <ac:spMkLst>
            <pc:docMk/>
            <pc:sldMk cId="358150229" sldId="305"/>
            <ac:spMk id="12" creationId="{32FBF3AD-2206-E0FE-5A19-7D6FB0E340F4}"/>
          </ac:spMkLst>
        </pc:spChg>
        <pc:spChg chg="add mod">
          <ac:chgData name="Inna Kirillova" userId="f5ef8d0d835de94c" providerId="LiveId" clId="{C4697146-E249-4860-92C0-0922103E41A2}" dt="2026-10-04T11:41:20.990" v="1092" actId="1076"/>
          <ac:spMkLst>
            <pc:docMk/>
            <pc:sldMk cId="358150229" sldId="305"/>
            <ac:spMk id="14" creationId="{E5B759DE-A572-AE7D-1300-939045D5B106}"/>
          </ac:spMkLst>
        </pc:spChg>
        <pc:spChg chg="add mod">
          <ac:chgData name="Inna Kirillova" userId="f5ef8d0d835de94c" providerId="LiveId" clId="{C4697146-E249-4860-92C0-0922103E41A2}" dt="2026-10-04T11:41:20.990" v="1092" actId="1076"/>
          <ac:spMkLst>
            <pc:docMk/>
            <pc:sldMk cId="358150229" sldId="305"/>
            <ac:spMk id="15" creationId="{21426EBA-B58E-5342-C0CE-FCEDD9EAB64A}"/>
          </ac:spMkLst>
        </pc:spChg>
        <pc:spChg chg="add mod">
          <ac:chgData name="Inna Kirillova" userId="f5ef8d0d835de94c" providerId="LiveId" clId="{C4697146-E249-4860-92C0-0922103E41A2}" dt="2026-10-04T11:41:20.990" v="1092" actId="1076"/>
          <ac:spMkLst>
            <pc:docMk/>
            <pc:sldMk cId="358150229" sldId="305"/>
            <ac:spMk id="16" creationId="{E92B08C5-61A7-77D7-4E48-E8A9241DA64D}"/>
          </ac:spMkLst>
        </pc:spChg>
        <pc:spChg chg="add mod">
          <ac:chgData name="Inna Kirillova" userId="f5ef8d0d835de94c" providerId="LiveId" clId="{C4697146-E249-4860-92C0-0922103E41A2}" dt="2026-10-04T11:42:18.392" v="1145" actId="1076"/>
          <ac:spMkLst>
            <pc:docMk/>
            <pc:sldMk cId="358150229" sldId="305"/>
            <ac:spMk id="20" creationId="{25ED1877-1BED-30B8-8B38-B767E58CDEB5}"/>
          </ac:spMkLst>
        </pc:spChg>
        <pc:picChg chg="add mod ord">
          <ac:chgData name="Inna Kirillova" userId="f5ef8d0d835de94c" providerId="LiveId" clId="{C4697146-E249-4860-92C0-0922103E41A2}" dt="2026-10-04T11:41:20.990" v="1092" actId="1076"/>
          <ac:picMkLst>
            <pc:docMk/>
            <pc:sldMk cId="358150229" sldId="305"/>
            <ac:picMk id="7" creationId="{D461A136-6C0A-6871-6C94-98C5CFF5C0AB}"/>
          </ac:picMkLst>
        </pc:picChg>
      </pc:sldChg>
      <pc:sldChg chg="addSp delSp modSp add mod ord">
        <pc:chgData name="Inna Kirillova" userId="f5ef8d0d835de94c" providerId="LiveId" clId="{C4697146-E249-4860-92C0-0922103E41A2}" dt="2026-10-11T19:55:40.342" v="2131" actId="20577"/>
        <pc:sldMkLst>
          <pc:docMk/>
          <pc:sldMk cId="1932424720" sldId="306"/>
        </pc:sldMkLst>
        <pc:spChg chg="mod">
          <ac:chgData name="Inna Kirillova" userId="f5ef8d0d835de94c" providerId="LiveId" clId="{C4697146-E249-4860-92C0-0922103E41A2}" dt="2026-10-11T19:55:40.342" v="2131" actId="20577"/>
          <ac:spMkLst>
            <pc:docMk/>
            <pc:sldMk cId="1932424720" sldId="306"/>
            <ac:spMk id="2" creationId="{80901DA0-6112-788C-0FF4-C86C8F008D5A}"/>
          </ac:spMkLst>
        </pc:spChg>
        <pc:spChg chg="add mod">
          <ac:chgData name="Inna Kirillova" userId="f5ef8d0d835de94c" providerId="LiveId" clId="{C4697146-E249-4860-92C0-0922103E41A2}" dt="2026-10-04T11:49:27.369" v="1218" actId="478"/>
          <ac:spMkLst>
            <pc:docMk/>
            <pc:sldMk cId="1932424720" sldId="306"/>
            <ac:spMk id="7" creationId="{22307FAC-EAD5-D8AA-B703-2954C4E4001A}"/>
          </ac:spMkLst>
        </pc:spChg>
        <pc:picChg chg="add mod">
          <ac:chgData name="Inna Kirillova" userId="f5ef8d0d835de94c" providerId="LiveId" clId="{C4697146-E249-4860-92C0-0922103E41A2}" dt="2026-10-04T11:50:24.276" v="1225"/>
          <ac:picMkLst>
            <pc:docMk/>
            <pc:sldMk cId="1932424720" sldId="306"/>
            <ac:picMk id="8" creationId="{E8248894-BE35-923F-4003-065829DAEEDE}"/>
          </ac:picMkLst>
        </pc:picChg>
        <pc:picChg chg="add mod">
          <ac:chgData name="Inna Kirillova" userId="f5ef8d0d835de94c" providerId="LiveId" clId="{C4697146-E249-4860-92C0-0922103E41A2}" dt="2026-10-04T11:50:55.632" v="1228" actId="1076"/>
          <ac:picMkLst>
            <pc:docMk/>
            <pc:sldMk cId="1932424720" sldId="306"/>
            <ac:picMk id="10" creationId="{B195C841-D22E-AEC1-2855-198C8FCFFA20}"/>
          </ac:picMkLst>
        </pc:picChg>
      </pc:sldChg>
      <pc:sldChg chg="addSp delSp modSp add mod">
        <pc:chgData name="Inna Kirillova" userId="f5ef8d0d835de94c" providerId="LiveId" clId="{C4697146-E249-4860-92C0-0922103E41A2}" dt="2026-10-04T11:48:48.699" v="1192" actId="1076"/>
        <pc:sldMkLst>
          <pc:docMk/>
          <pc:sldMk cId="521735601" sldId="308"/>
        </pc:sldMkLst>
        <pc:spChg chg="mod">
          <ac:chgData name="Inna Kirillova" userId="f5ef8d0d835de94c" providerId="LiveId" clId="{C4697146-E249-4860-92C0-0922103E41A2}" dt="2026-10-04T11:45:37.742" v="1183" actId="20577"/>
          <ac:spMkLst>
            <pc:docMk/>
            <pc:sldMk cId="521735601" sldId="308"/>
            <ac:spMk id="2" creationId="{6869E411-F702-D4A6-DB47-03593549781F}"/>
          </ac:spMkLst>
        </pc:spChg>
        <pc:picChg chg="add mod ord">
          <ac:chgData name="Inna Kirillova" userId="f5ef8d0d835de94c" providerId="LiveId" clId="{C4697146-E249-4860-92C0-0922103E41A2}" dt="2026-10-04T11:48:48.699" v="1192" actId="1076"/>
          <ac:picMkLst>
            <pc:docMk/>
            <pc:sldMk cId="521735601" sldId="308"/>
            <ac:picMk id="7" creationId="{DCF540BF-6E15-491A-57C2-F7D4A0D2078B}"/>
          </ac:picMkLst>
        </pc:picChg>
      </pc:sldChg>
      <pc:sldChg chg="addSp delSp modSp add mod">
        <pc:chgData name="Inna Kirillova" userId="f5ef8d0d835de94c" providerId="LiveId" clId="{C4697146-E249-4860-92C0-0922103E41A2}" dt="2026-10-04T11:51:49.359" v="1232" actId="1076"/>
        <pc:sldMkLst>
          <pc:docMk/>
          <pc:sldMk cId="666416898" sldId="309"/>
        </pc:sldMkLst>
        <pc:spChg chg="mod">
          <ac:chgData name="Inna Kirillova" userId="f5ef8d0d835de94c" providerId="LiveId" clId="{C4697146-E249-4860-92C0-0922103E41A2}" dt="2026-10-04T11:49:03.587" v="1196" actId="20577"/>
          <ac:spMkLst>
            <pc:docMk/>
            <pc:sldMk cId="666416898" sldId="309"/>
            <ac:spMk id="2" creationId="{5C174BC5-91DD-2AA3-864B-E976EAC8DF7A}"/>
          </ac:spMkLst>
        </pc:spChg>
        <pc:picChg chg="add mod ord">
          <ac:chgData name="Inna Kirillova" userId="f5ef8d0d835de94c" providerId="LiveId" clId="{C4697146-E249-4860-92C0-0922103E41A2}" dt="2026-10-04T11:51:49.359" v="1232" actId="1076"/>
          <ac:picMkLst>
            <pc:docMk/>
            <pc:sldMk cId="666416898" sldId="309"/>
            <ac:picMk id="11" creationId="{AF5C1047-D237-2C54-5932-6C6BD18259C7}"/>
          </ac:picMkLst>
        </pc:picChg>
      </pc:sldChg>
      <pc:sldChg chg="addSp delSp modSp add mod ord">
        <pc:chgData name="Inna Kirillova" userId="f5ef8d0d835de94c" providerId="LiveId" clId="{C4697146-E249-4860-92C0-0922103E41A2}" dt="2026-10-04T12:29:36.494" v="1501" actId="1076"/>
        <pc:sldMkLst>
          <pc:docMk/>
          <pc:sldMk cId="1992530078" sldId="310"/>
        </pc:sldMkLst>
        <pc:spChg chg="mod">
          <ac:chgData name="Inna Kirillova" userId="f5ef8d0d835de94c" providerId="LiveId" clId="{C4697146-E249-4860-92C0-0922103E41A2}" dt="2026-10-04T11:53:59.142" v="1239" actId="20577"/>
          <ac:spMkLst>
            <pc:docMk/>
            <pc:sldMk cId="1992530078" sldId="310"/>
            <ac:spMk id="2" creationId="{93942C2D-A64D-5E85-0746-A2EE02B3C96C}"/>
          </ac:spMkLst>
        </pc:spChg>
        <pc:spChg chg="mod">
          <ac:chgData name="Inna Kirillova" userId="f5ef8d0d835de94c" providerId="LiveId" clId="{C4697146-E249-4860-92C0-0922103E41A2}" dt="2026-10-04T12:29:36.494" v="1501" actId="1076"/>
          <ac:spMkLst>
            <pc:docMk/>
            <pc:sldMk cId="1992530078" sldId="310"/>
            <ac:spMk id="11" creationId="{489A6151-0B35-9D46-E56D-95738DB64F0F}"/>
          </ac:spMkLst>
        </pc:spChg>
        <pc:picChg chg="add mod ord">
          <ac:chgData name="Inna Kirillova" userId="f5ef8d0d835de94c" providerId="LiveId" clId="{C4697146-E249-4860-92C0-0922103E41A2}" dt="2026-10-04T12:24:40.150" v="1450" actId="1076"/>
          <ac:picMkLst>
            <pc:docMk/>
            <pc:sldMk cId="1992530078" sldId="310"/>
            <ac:picMk id="6" creationId="{8CBD319E-EC7F-E5DD-2ED5-7B4EF97046A6}"/>
          </ac:picMkLst>
        </pc:picChg>
      </pc:sldChg>
      <pc:sldChg chg="addSp delSp modSp add mod ord">
        <pc:chgData name="Inna Kirillova" userId="f5ef8d0d835de94c" providerId="LiveId" clId="{C4697146-E249-4860-92C0-0922103E41A2}" dt="2026-10-11T19:59:25.125" v="2138" actId="1076"/>
        <pc:sldMkLst>
          <pc:docMk/>
          <pc:sldMk cId="2619352534" sldId="311"/>
        </pc:sldMkLst>
        <pc:spChg chg="mod">
          <ac:chgData name="Inna Kirillova" userId="f5ef8d0d835de94c" providerId="LiveId" clId="{C4697146-E249-4860-92C0-0922103E41A2}" dt="2026-10-04T11:54:10.636" v="1240"/>
          <ac:spMkLst>
            <pc:docMk/>
            <pc:sldMk cId="2619352534" sldId="311"/>
            <ac:spMk id="2" creationId="{CF613750-74E1-3DF0-AF81-676A74A0F128}"/>
          </ac:spMkLst>
        </pc:spChg>
        <pc:spChg chg="add del mod">
          <ac:chgData name="Inna Kirillova" userId="f5ef8d0d835de94c" providerId="LiveId" clId="{C4697146-E249-4860-92C0-0922103E41A2}" dt="2026-10-11T19:59:11.728" v="2133"/>
          <ac:spMkLst>
            <pc:docMk/>
            <pc:sldMk cId="2619352534" sldId="311"/>
            <ac:spMk id="4" creationId="{0323C9F7-8A1D-C431-8507-F312B2ED140A}"/>
          </ac:spMkLst>
        </pc:spChg>
        <pc:picChg chg="add mod">
          <ac:chgData name="Inna Kirillova" userId="f5ef8d0d835de94c" providerId="LiveId" clId="{C4697146-E249-4860-92C0-0922103E41A2}" dt="2026-10-11T19:59:25.125" v="2138" actId="1076"/>
          <ac:picMkLst>
            <pc:docMk/>
            <pc:sldMk cId="2619352534" sldId="311"/>
            <ac:picMk id="5" creationId="{7F52B6EC-63DB-19D3-96AC-AF0668C17BE6}"/>
          </ac:picMkLst>
        </pc:picChg>
        <pc:picChg chg="add del mod">
          <ac:chgData name="Inna Kirillova" userId="f5ef8d0d835de94c" providerId="LiveId" clId="{C4697146-E249-4860-92C0-0922103E41A2}" dt="2026-10-11T19:59:10.162" v="2132" actId="478"/>
          <ac:picMkLst>
            <pc:docMk/>
            <pc:sldMk cId="2619352534" sldId="311"/>
            <ac:picMk id="6" creationId="{3DB926C2-3F26-A8CE-29B7-E5B7365A7D61}"/>
          </ac:picMkLst>
        </pc:picChg>
      </pc:sldChg>
      <pc:sldChg chg="addSp delSp modSp add mod">
        <pc:chgData name="Inna Kirillova" userId="f5ef8d0d835de94c" providerId="LiveId" clId="{C4697146-E249-4860-92C0-0922103E41A2}" dt="2026-10-08T21:05:07.641" v="1668" actId="1076"/>
        <pc:sldMkLst>
          <pc:docMk/>
          <pc:sldMk cId="1076387184" sldId="313"/>
        </pc:sldMkLst>
        <pc:spChg chg="mod">
          <ac:chgData name="Inna Kirillova" userId="f5ef8d0d835de94c" providerId="LiveId" clId="{C4697146-E249-4860-92C0-0922103E41A2}" dt="2026-10-04T11:55:07.995" v="1245"/>
          <ac:spMkLst>
            <pc:docMk/>
            <pc:sldMk cId="1076387184" sldId="313"/>
            <ac:spMk id="2" creationId="{6E7AD1A2-E038-68DE-866B-7DE35B8A6ACE}"/>
          </ac:spMkLst>
        </pc:spChg>
        <pc:picChg chg="add mod ord modCrop">
          <ac:chgData name="Inna Kirillova" userId="f5ef8d0d835de94c" providerId="LiveId" clId="{C4697146-E249-4860-92C0-0922103E41A2}" dt="2026-10-08T21:05:07.641" v="1668" actId="1076"/>
          <ac:picMkLst>
            <pc:docMk/>
            <pc:sldMk cId="1076387184" sldId="313"/>
            <ac:picMk id="4" creationId="{035082DC-D70B-1226-34FA-703CD90F4C7D}"/>
          </ac:picMkLst>
        </pc:picChg>
        <pc:picChg chg="add mod modCrop">
          <ac:chgData name="Inna Kirillova" userId="f5ef8d0d835de94c" providerId="LiveId" clId="{C4697146-E249-4860-92C0-0922103E41A2}" dt="2026-10-08T21:05:03.372" v="1667" actId="732"/>
          <ac:picMkLst>
            <pc:docMk/>
            <pc:sldMk cId="1076387184" sldId="313"/>
            <ac:picMk id="7" creationId="{990137EE-FBAF-0D5A-98E5-44E23877DC4E}"/>
          </ac:picMkLst>
        </pc:picChg>
      </pc:sldChg>
      <pc:sldChg chg="addSp delSp modSp add mod ord">
        <pc:chgData name="Inna Kirillova" userId="f5ef8d0d835de94c" providerId="LiveId" clId="{C4697146-E249-4860-92C0-0922103E41A2}" dt="2026-10-04T12:29:58.267" v="1512" actId="1076"/>
        <pc:sldMkLst>
          <pc:docMk/>
          <pc:sldMk cId="2746126790" sldId="314"/>
        </pc:sldMkLst>
        <pc:spChg chg="mod">
          <ac:chgData name="Inna Kirillova" userId="f5ef8d0d835de94c" providerId="LiveId" clId="{C4697146-E249-4860-92C0-0922103E41A2}" dt="2026-10-04T12:28:58.864" v="1493" actId="20577"/>
          <ac:spMkLst>
            <pc:docMk/>
            <pc:sldMk cId="2746126790" sldId="314"/>
            <ac:spMk id="2" creationId="{6E7AD1A2-E038-68DE-866B-7DE35B8A6ACE}"/>
          </ac:spMkLst>
        </pc:spChg>
        <pc:spChg chg="add mod">
          <ac:chgData name="Inna Kirillova" userId="f5ef8d0d835de94c" providerId="LiveId" clId="{C4697146-E249-4860-92C0-0922103E41A2}" dt="2026-10-04T12:29:58.267" v="1512" actId="1076"/>
          <ac:spMkLst>
            <pc:docMk/>
            <pc:sldMk cId="2746126790" sldId="314"/>
            <ac:spMk id="9" creationId="{EF9D6818-223F-E389-7189-B2FD292B5C05}"/>
          </ac:spMkLst>
        </pc:spChg>
        <pc:picChg chg="add mod ord">
          <ac:chgData name="Inna Kirillova" userId="f5ef8d0d835de94c" providerId="LiveId" clId="{C4697146-E249-4860-92C0-0922103E41A2}" dt="2026-10-04T12:29:08.366" v="1495" actId="1076"/>
          <ac:picMkLst>
            <pc:docMk/>
            <pc:sldMk cId="2746126790" sldId="314"/>
            <ac:picMk id="4" creationId="{5DEAB04D-C2B8-E87E-4895-45E2FED628C0}"/>
          </ac:picMkLst>
        </pc:picChg>
        <pc:picChg chg="add mod">
          <ac:chgData name="Inna Kirillova" userId="f5ef8d0d835de94c" providerId="LiveId" clId="{C4697146-E249-4860-92C0-0922103E41A2}" dt="2026-10-04T12:29:24.002" v="1497" actId="1076"/>
          <ac:picMkLst>
            <pc:docMk/>
            <pc:sldMk cId="2746126790" sldId="314"/>
            <ac:picMk id="7" creationId="{5F1FAFD2-A8F3-98D3-DAAD-B8D430051713}"/>
          </ac:picMkLst>
        </pc:picChg>
      </pc:sldChg>
      <pc:sldChg chg="addSp delSp modSp add mod">
        <pc:chgData name="Inna Kirillova" userId="f5ef8d0d835de94c" providerId="LiveId" clId="{C4697146-E249-4860-92C0-0922103E41A2}" dt="2026-10-08T22:21:21.199" v="1931" actId="478"/>
        <pc:sldMkLst>
          <pc:docMk/>
          <pc:sldMk cId="1735772838" sldId="315"/>
        </pc:sldMkLst>
        <pc:spChg chg="mod">
          <ac:chgData name="Inna Kirillova" userId="f5ef8d0d835de94c" providerId="LiveId" clId="{C4697146-E249-4860-92C0-0922103E41A2}" dt="2026-10-08T22:14:45.695" v="1843" actId="20577"/>
          <ac:spMkLst>
            <pc:docMk/>
            <pc:sldMk cId="1735772838" sldId="315"/>
            <ac:spMk id="2" creationId="{6E7AD1A2-E038-68DE-866B-7DE35B8A6ACE}"/>
          </ac:spMkLst>
        </pc:spChg>
        <pc:spChg chg="add mod">
          <ac:chgData name="Inna Kirillova" userId="f5ef8d0d835de94c" providerId="LiveId" clId="{C4697146-E249-4860-92C0-0922103E41A2}" dt="2026-10-08T22:18:41.214" v="1885" actId="1076"/>
          <ac:spMkLst>
            <pc:docMk/>
            <pc:sldMk cId="1735772838" sldId="315"/>
            <ac:spMk id="8" creationId="{AE685807-4FAA-C439-EEC4-C27E5B923F1D}"/>
          </ac:spMkLst>
        </pc:spChg>
        <pc:spChg chg="add mod">
          <ac:chgData name="Inna Kirillova" userId="f5ef8d0d835de94c" providerId="LiveId" clId="{C4697146-E249-4860-92C0-0922103E41A2}" dt="2026-10-08T22:21:13.067" v="1929" actId="20577"/>
          <ac:spMkLst>
            <pc:docMk/>
            <pc:sldMk cId="1735772838" sldId="315"/>
            <ac:spMk id="11" creationId="{16EBAEED-D088-8A0A-B791-A8EFBAA64531}"/>
          </ac:spMkLst>
        </pc:spChg>
        <pc:graphicFrameChg chg="add mod modGraphic">
          <ac:chgData name="Inna Kirillova" userId="f5ef8d0d835de94c" providerId="LiveId" clId="{C4697146-E249-4860-92C0-0922103E41A2}" dt="2026-10-08T22:17:53.418" v="1877"/>
          <ac:graphicFrameMkLst>
            <pc:docMk/>
            <pc:sldMk cId="1735772838" sldId="315"/>
            <ac:graphicFrameMk id="6" creationId="{09DC3DA2-9063-411C-1268-3EA6C3F16480}"/>
          </ac:graphicFrameMkLst>
        </pc:graphicFrameChg>
        <pc:graphicFrameChg chg="add mod modGraphic">
          <ac:chgData name="Inna Kirillova" userId="f5ef8d0d835de94c" providerId="LiveId" clId="{C4697146-E249-4860-92C0-0922103E41A2}" dt="2026-10-08T22:20:18.850" v="1912" actId="403"/>
          <ac:graphicFrameMkLst>
            <pc:docMk/>
            <pc:sldMk cId="1735772838" sldId="315"/>
            <ac:graphicFrameMk id="9" creationId="{E7B5CD0F-F6B3-A713-DEC7-CF576ABF20DD}"/>
          </ac:graphicFrameMkLst>
        </pc:graphicFrameChg>
      </pc:sldChg>
      <pc:sldChg chg="addSp delSp modSp add mod ord">
        <pc:chgData name="Inna Kirillova" userId="f5ef8d0d835de94c" providerId="LiveId" clId="{C4697146-E249-4860-92C0-0922103E41A2}" dt="2026-10-04T12:33:03.703" v="1522"/>
        <pc:sldMkLst>
          <pc:docMk/>
          <pc:sldMk cId="101672964" sldId="316"/>
        </pc:sldMkLst>
        <pc:spChg chg="mod">
          <ac:chgData name="Inna Kirillova" userId="f5ef8d0d835de94c" providerId="LiveId" clId="{C4697146-E249-4860-92C0-0922103E41A2}" dt="2026-10-04T12:33:03.703" v="1522"/>
          <ac:spMkLst>
            <pc:docMk/>
            <pc:sldMk cId="101672964" sldId="316"/>
            <ac:spMk id="2" creationId="{C120067B-186D-8309-2B02-2A23010F0D75}"/>
          </ac:spMkLst>
        </pc:spChg>
        <pc:picChg chg="add mod ord">
          <ac:chgData name="Inna Kirillova" userId="f5ef8d0d835de94c" providerId="LiveId" clId="{C4697146-E249-4860-92C0-0922103E41A2}" dt="2026-10-04T12:32:52.931" v="1521" actId="1076"/>
          <ac:picMkLst>
            <pc:docMk/>
            <pc:sldMk cId="101672964" sldId="316"/>
            <ac:picMk id="6" creationId="{E60B0FDF-F411-63CC-3323-A243BE1A8758}"/>
          </ac:picMkLst>
        </pc:picChg>
      </pc:sldChg>
      <pc:sldChg chg="addSp delSp modSp add mod">
        <pc:chgData name="Inna Kirillova" userId="f5ef8d0d835de94c" providerId="LiveId" clId="{C4697146-E249-4860-92C0-0922103E41A2}" dt="2026-10-07T23:35:21.696" v="1548" actId="1076"/>
        <pc:sldMkLst>
          <pc:docMk/>
          <pc:sldMk cId="1770459449" sldId="323"/>
        </pc:sldMkLst>
        <pc:spChg chg="mod">
          <ac:chgData name="Inna Kirillova" userId="f5ef8d0d835de94c" providerId="LiveId" clId="{C4697146-E249-4860-92C0-0922103E41A2}" dt="2026-10-07T23:06:53.871" v="1544" actId="20577"/>
          <ac:spMkLst>
            <pc:docMk/>
            <pc:sldMk cId="1770459449" sldId="323"/>
            <ac:spMk id="2" creationId="{C64AE125-C64A-3055-B482-86A631EFC176}"/>
          </ac:spMkLst>
        </pc:spChg>
        <pc:picChg chg="add mod ord">
          <ac:chgData name="Inna Kirillova" userId="f5ef8d0d835de94c" providerId="LiveId" clId="{C4697146-E249-4860-92C0-0922103E41A2}" dt="2026-10-07T23:35:21.696" v="1548" actId="1076"/>
          <ac:picMkLst>
            <pc:docMk/>
            <pc:sldMk cId="1770459449" sldId="323"/>
            <ac:picMk id="6" creationId="{F06E99F2-089E-C45C-1940-235B2A16A08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DC195-B740-4568-9EAC-3E23741FEE98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226F4-0F1D-42B4-AFD4-5741916B02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4500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6F4-0F1D-42B4-AFD4-5741916B022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9049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01894-20FB-B09A-86B8-0B4B16D38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A76EFC1-F6F3-2F76-F3A9-DDB8170E10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E32D879-C014-D1B7-4B2B-964C6E9DE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9DF074-441A-0E74-11D4-A03E24E6CA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6F4-0F1D-42B4-AFD4-5741916B022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7835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0D86A-D30E-0F17-9A95-E34F9A662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697577C-C896-0E3D-ECE8-8B9E256DC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899C6D5-C3DD-9EC7-789D-F0BA902BD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2C38D42-C8C6-AD47-397D-BDCD7EFA19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6F4-0F1D-42B4-AFD4-5741916B022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7007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DB009-03F6-6425-D4B9-07C7728CD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344FABC-E20C-CD5B-CD28-C373CE2CDC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05AED9D-F620-58CC-EEBF-3E432C53A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4AC11BA-1790-46D5-4514-F057091B4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6F4-0F1D-42B4-AFD4-5741916B022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6841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0F645-5A85-96DD-1E72-5F899167A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14B931F-EF38-E8B7-0B7E-6EEB01265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C72554A-6AFF-B175-4EB4-68A343995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2460C8-EA52-E005-F430-6D4C6A985E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6F4-0F1D-42B4-AFD4-5741916B0226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162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6759F-C4FE-1D09-2978-28FF5FD4F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725DD35-AF00-72B7-EED1-D48123989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AB7BFD4-6086-CF08-4DF9-D7045DD41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DE72FE8-BAE3-2B2C-F035-39569317E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6F4-0F1D-42B4-AFD4-5741916B0226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14388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DD3EE-FBA4-0FB9-6F23-4E25BFDA2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25FE409-8833-7999-82A2-B30A00BA50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E84B33B-A612-1B87-6C98-A2B697EA5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93F5C3-40E8-A64A-72FC-6DB28ED3C1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6F4-0F1D-42B4-AFD4-5741916B0226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86362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DD3EE-FBA4-0FB9-6F23-4E25BFDA2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25FE409-8833-7999-82A2-B30A00BA50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E84B33B-A612-1B87-6C98-A2B697EA5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93F5C3-40E8-A64A-72FC-6DB28ED3C1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6F4-0F1D-42B4-AFD4-5741916B0226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25611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DD3EE-FBA4-0FB9-6F23-4E25BFDA2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25FE409-8833-7999-82A2-B30A00BA50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E84B33B-A612-1B87-6C98-A2B697EA5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93F5C3-40E8-A64A-72FC-6DB28ED3C1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6F4-0F1D-42B4-AFD4-5741916B0226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04132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5C0C7-356C-8CE6-7691-16729544F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576912A-CDD8-6A62-C7C9-ECF72490D8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8D2543C-C6F7-41B3-5131-3287C1BC9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7B98663-0C11-6D81-9EF3-794B0CECD0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6F4-0F1D-42B4-AFD4-5741916B0226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38328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E34C-12AC-EF55-E30B-4E3414A90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9FD3C79-7897-235D-3CE4-CAD31275C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7DE5994-76E8-A655-C281-FC9658AD9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B47F14-D1F0-9689-89BE-493A6831C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6F4-0F1D-42B4-AFD4-5741916B0226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57812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5C0C7-356C-8CE6-7691-16729544F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576912A-CDD8-6A62-C7C9-ECF72490D8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8D2543C-C6F7-41B3-5131-3287C1BC9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7B98663-0C11-6D81-9EF3-794B0CECD0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6F4-0F1D-42B4-AFD4-5741916B0226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96938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E34C-12AC-EF55-E30B-4E3414A90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9FD3C79-7897-235D-3CE4-CAD31275C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7DE5994-76E8-A655-C281-FC9658AD9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B47F14-D1F0-9689-89BE-493A6831C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6F4-0F1D-42B4-AFD4-5741916B0226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91333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E34C-12AC-EF55-E30B-4E3414A90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9FD3C79-7897-235D-3CE4-CAD31275C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7DE5994-76E8-A655-C281-FC9658AD9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B47F14-D1F0-9689-89BE-493A6831C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6F4-0F1D-42B4-AFD4-5741916B0226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10206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B6C4C-DB15-218B-3214-20F8DD2C4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24C3B24-C5FF-FD8C-80B0-373855927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890BD84-4DA0-145E-CC30-5FE4258352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5A1947-F54E-774D-5A2B-2A71B83964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6F4-0F1D-42B4-AFD4-5741916B0226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7025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78B03-F61B-A449-9286-3BEB545C6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48EBC56-31C6-1B8A-5B90-62F4F7CE0E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23A132D-39BF-9475-58A1-6952911F58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EE0033D-FD2C-92B9-DA1F-6F65F6BACC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6F4-0F1D-42B4-AFD4-5741916B0226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77547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78FDE-B9E3-4B87-3BD5-FACCD049C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E2F7923-ED59-E952-8C28-1F40DFB4E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FE910DB-4F9D-271D-7018-5DFD6AACE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285145B-312A-DC8A-F65C-59B1499C42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6F4-0F1D-42B4-AFD4-5741916B0226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73612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78FDE-B9E3-4B87-3BD5-FACCD049C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E2F7923-ED59-E952-8C28-1F40DFB4E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FE910DB-4F9D-271D-7018-5DFD6AACE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285145B-312A-DC8A-F65C-59B1499C42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6F4-0F1D-42B4-AFD4-5741916B0226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42313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78FDE-B9E3-4B87-3BD5-FACCD049C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E2F7923-ED59-E952-8C28-1F40DFB4E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FE910DB-4F9D-271D-7018-5DFD6AACE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285145B-312A-DC8A-F65C-59B1499C42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6F4-0F1D-42B4-AFD4-5741916B0226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86561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1045F-AD00-DF98-26DC-ACC2B2530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9E4B98A-86C7-FDD5-142B-9F2C2EE6D9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DCD71DC-17F2-6381-6858-8F7BF6608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A5A3343-93BF-7052-CBD5-7028E265D3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6F4-0F1D-42B4-AFD4-5741916B0226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8942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187384-E144-0A7B-A8E5-060A6DC85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7F7C02A-CE90-3E23-AE4B-A54BB5AF8D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30DEC7-6538-FD55-9B30-F7C79D0B7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1CC1D-7FB6-4510-86E9-32002B936933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7C1060-49BE-3EB0-519D-3B2A7F10E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DB86F8-B131-2A68-A9DD-1D302E34F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237C3-519B-4741-94AA-290796EFE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8716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DD243A-93BC-F2C2-A51F-18B2E2F57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C82C78-D308-0979-1079-7DF2F06CA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39F55F-95C2-7220-2D1D-21C6EAF88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1CC1D-7FB6-4510-86E9-32002B936933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9287E-6D7B-469C-1879-2E2ADAFAF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71FAED-C422-067E-7BC5-F3F0C5B62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237C3-519B-4741-94AA-290796EFE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3381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E04B27-78EE-CC86-2D33-CA3AF381E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C23004-0844-847D-0132-739D19D59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BCEED1-D6D4-FDDC-2302-98C06FA14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1CC1D-7FB6-4510-86E9-32002B936933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A9D88A-C3F0-E65B-7D65-4B1D92F2D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644D5A-8E28-BF24-DA98-A34DDB747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237C3-519B-4741-94AA-290796EFE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6041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4A800-B7B8-D880-7972-34DF2A2F5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E87C8C-21C3-11E2-6BE9-D76F7EC519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B1A7FF8-2EA2-013E-90A5-B11B10BFC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902876-8A34-7A35-127F-43E9B89E9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1CC1D-7FB6-4510-86E9-32002B936933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54BCEF5-DC81-795A-98FA-840C596A6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0B209F-56B7-1870-D639-F5B8E39C5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237C3-519B-4741-94AA-290796EFE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9076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64375E-E658-ABE3-24D0-2DD56B22E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9856AA1-059E-AC75-8A95-38CCF4352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6D02D9E-9317-6F1E-022D-6460FD941A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9BDFAFD-F2BE-F454-CB81-F4C2AA904C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E66650E-1444-6B46-4C63-D981ACA89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4BD3737-B033-FD84-F010-D22ACDD93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1CC1D-7FB6-4510-86E9-32002B936933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01E0BE4-B2A7-892B-7C11-CF4553DE5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52477BC-23F6-2A47-3128-7A4F1FD6D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237C3-519B-4741-94AA-290796EFE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2352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0D7842-870E-A110-01D7-F662318D4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A163EE8-20BE-E230-84EE-852DBB0A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1CC1D-7FB6-4510-86E9-32002B936933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C53054E-60F8-0B81-ACA8-F62D6B1D9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AEE0E92-3C88-8424-8AAE-0357DCBFE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237C3-519B-4741-94AA-290796EFE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6586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16C3E86-B85F-E26E-E019-D8DDE2493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1CC1D-7FB6-4510-86E9-32002B936933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9B98996-6AC8-500B-EBC9-9E62DF5F8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C382E0-63FC-4410-477D-40A9C07B2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237C3-519B-4741-94AA-290796EFE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2659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49B929-668E-9155-A015-2B03B1176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01778F-D2EC-CB4E-429A-D69C4DA67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E79AE45-154B-533D-3887-20792008D6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8386514-5C30-9DE1-32BB-A3D01AB4A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1CC1D-7FB6-4510-86E9-32002B936933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5ABEB7B-FBD1-95EB-4483-8089567A5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0D4F80-79F3-5DAF-B141-EE1820862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237C3-519B-4741-94AA-290796EFE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9023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9FD086-FBF3-F2B3-0FF5-B79839044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BA73A4E-4462-E0CC-2DA0-CDAB6BF148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BA10EC7-87A9-8C83-70D6-92835DB0DD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56D0E2-0441-37A1-DC1C-5959B93C5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1CC1D-7FB6-4510-86E9-32002B936933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A48D52-D373-EC4F-F2E9-AC4801B02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A4461F-9FB4-5472-A756-1CF96E13D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237C3-519B-4741-94AA-290796EFE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051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30678C-1D55-0CBA-41F8-0936A7BAE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7FCD759-75A5-A415-332B-1DA68DCDE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C9B937-D4A3-3168-B954-0E3C0A058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1CC1D-7FB6-4510-86E9-32002B936933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28182F-F518-D0A2-416F-FECE1DD69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171F27-F3E6-974F-0072-8ED432643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237C3-519B-4741-94AA-290796EFE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9937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34A3447-C285-6074-5068-5BBD611639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A82493D-3FB6-252E-FB2B-551AB7776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89302A-3F8A-E047-07FA-1E25142AB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1CC1D-7FB6-4510-86E9-32002B936933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D85DF5-0D99-633B-3030-BDFD69F37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C1309E-46B8-DB05-F5FF-7A336EEE1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237C3-519B-4741-94AA-290796EFE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1684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F04FB7-98BB-D1E7-4D91-E0DE03EA7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BF21DD-FB29-F0C6-0AB1-2911FA826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1EBA29-E451-3B68-B9AD-D01A33369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A1CC1D-7FB6-4510-86E9-32002B936933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9A0800-795B-C4CF-CA1E-1530B4B71E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3519E1-1664-0481-9499-BAD4533C13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2237C3-519B-4741-94AA-290796EFE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7818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C1E7AD-954C-6D6E-9A67-E958DDF4C6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Лабораторная №2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dirty="0"/>
              <a:t>Исследование шифров DES, 3DES и Магма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1F73F9-B9DA-EC9E-7D0D-78B66A90F5D5}"/>
              </a:ext>
            </a:extLst>
          </p:cNvPr>
          <p:cNvSpPr txBox="1"/>
          <p:nvPr/>
        </p:nvSpPr>
        <p:spPr>
          <a:xfrm>
            <a:off x="482138" y="199033"/>
            <a:ext cx="111390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Санкт-Петербургский государственный электротехнический 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университет «ЛЭТИ» им. В.И. Ульянова (Ленина)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D13698-A15A-6482-2B53-2EE09EECFD05}"/>
              </a:ext>
            </a:extLst>
          </p:cNvPr>
          <p:cNvSpPr txBox="1"/>
          <p:nvPr/>
        </p:nvSpPr>
        <p:spPr>
          <a:xfrm>
            <a:off x="3046615" y="6058192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Санкт-Петербург 2026</a:t>
            </a:r>
          </a:p>
        </p:txBody>
      </p:sp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9A71A851-01BB-01FE-B7C3-80F0174806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12792"/>
              </p:ext>
            </p:extLst>
          </p:nvPr>
        </p:nvGraphicFramePr>
        <p:xfrm>
          <a:off x="1926994" y="4368787"/>
          <a:ext cx="8332470" cy="830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6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5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290">
                <a:tc>
                  <a:txBody>
                    <a:bodyPr/>
                    <a:lstStyle/>
                    <a:p>
                      <a:pPr marL="31750">
                        <a:lnSpc>
                          <a:spcPts val="2190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Студент: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ts val="2190"/>
                        </a:lnSpc>
                        <a:tabLst>
                          <a:tab pos="1842135" algn="l"/>
                        </a:tabLst>
                      </a:pPr>
                      <a:r>
                        <a:rPr sz="20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6230">
                        <a:lnSpc>
                          <a:spcPts val="2190"/>
                        </a:lnSpc>
                      </a:pPr>
                      <a:r>
                        <a:rPr lang="ru-RU" sz="2000" spc="-25" dirty="0">
                          <a:latin typeface="Times New Roman"/>
                          <a:cs typeface="Times New Roman"/>
                        </a:rPr>
                        <a:t>Мальцев Кирилл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20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 err="1">
                          <a:latin typeface="Times New Roman"/>
                          <a:cs typeface="Times New Roman"/>
                        </a:rPr>
                        <a:t>группа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2000" spc="-20" dirty="0">
                          <a:latin typeface="Times New Roman"/>
                          <a:cs typeface="Times New Roman"/>
                        </a:rPr>
                        <a:t>3341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marL="31750">
                        <a:lnSpc>
                          <a:spcPts val="2335"/>
                        </a:lnSpc>
                        <a:spcBef>
                          <a:spcPts val="835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Руководитель: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6045" marB="0"/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2335"/>
                        </a:lnSpc>
                        <a:spcBef>
                          <a:spcPts val="835"/>
                        </a:spcBef>
                        <a:tabLst>
                          <a:tab pos="1842770" algn="l"/>
                        </a:tabLst>
                      </a:pPr>
                      <a:r>
                        <a:rPr sz="20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06045" marB="0"/>
                </a:tc>
                <a:tc>
                  <a:txBody>
                    <a:bodyPr/>
                    <a:lstStyle/>
                    <a:p>
                      <a:pPr marL="316230">
                        <a:lnSpc>
                          <a:spcPts val="2335"/>
                        </a:lnSpc>
                        <a:spcBef>
                          <a:spcPts val="835"/>
                        </a:spcBef>
                      </a:pP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Племянников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А.К.,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доцент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каф.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ИБ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0604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3367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213E72-9F2C-B5C7-CA32-CBDAAD52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Цель и задачи: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5EF3EF-1EA9-20CF-57DB-058476A0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271"/>
            <a:ext cx="10515600" cy="454535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2400" b="1" dirty="0"/>
              <a:t>Цель.</a:t>
            </a:r>
            <a:r>
              <a:rPr lang="ru-RU" sz="2400" dirty="0"/>
              <a:t> Изучение преобразований и исследование свойств симметричных блочных шифров DES, 3DES и Магма, а также дифференциального анализа S-блоков.</a:t>
            </a:r>
          </a:p>
          <a:p>
            <a:pPr marL="0" indent="0">
              <a:buNone/>
            </a:pPr>
            <a:r>
              <a:rPr lang="ru-RU" sz="2400" dirty="0"/>
              <a:t>Для достижения поставленной цели предстояло решить следующие основные задачи: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/>
              <a:t> Изучить преобразования DES по шаблонной схеме DES </a:t>
            </a:r>
            <a:r>
              <a:rPr lang="ru-RU" dirty="0" err="1"/>
              <a:t>Visualisation</a:t>
            </a:r>
            <a:r>
              <a:rPr lang="ru-RU" dirty="0"/>
              <a:t> из </a:t>
            </a:r>
            <a:r>
              <a:rPr lang="ru-RU" dirty="0" err="1"/>
              <a:t>CrypTool</a:t>
            </a:r>
            <a:r>
              <a:rPr lang="ru-RU" dirty="0"/>
              <a:t> 2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/>
              <a:t> Изучить упрощённый блочный шифр и атаку методом дифференциального анализа в </a:t>
            </a:r>
            <a:r>
              <a:rPr lang="ru-RU" dirty="0" err="1"/>
              <a:t>DA_Tutor</a:t>
            </a:r>
            <a:endParaRPr lang="ru-RU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/>
              <a:t> Исследовать DES в режимах ECB и CBC с помощью </a:t>
            </a:r>
            <a:r>
              <a:rPr lang="ru-RU" dirty="0" err="1"/>
              <a:t>CrypTool</a:t>
            </a:r>
            <a:r>
              <a:rPr lang="ru-RU" dirty="0"/>
              <a:t> 1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/>
              <a:t>Разработать схему для экспериментального определения реализованных вариантов 3DES в </a:t>
            </a:r>
            <a:r>
              <a:rPr lang="ru-RU" dirty="0" err="1"/>
              <a:t>CrypTool</a:t>
            </a:r>
            <a:r>
              <a:rPr lang="ru-RU" dirty="0"/>
              <a:t> 2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/>
              <a:t>Изучить преобразования шифра Магма и рассчитать дифференциальные характеристики S-блока</a:t>
            </a:r>
          </a:p>
        </p:txBody>
      </p:sp>
    </p:spTree>
    <p:extLst>
      <p:ext uri="{BB962C8B-B14F-4D97-AF65-F5344CB8AC3E}">
        <p14:creationId xmlns:p14="http://schemas.microsoft.com/office/powerpoint/2010/main" val="541861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E1F4C952-FF16-79B2-5A3A-AA1BCE2A3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9604C8-791E-2D49-3B09-A9D852934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Общая структура DES </a:t>
            </a:r>
            <a:r>
              <a:rPr lang="ru-RU" dirty="0" err="1"/>
              <a:t>Visualisation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0AE92408-0EE1-CABA-5FF1-DDFC33D95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040" y="1343818"/>
            <a:ext cx="4653280" cy="5095876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 Шифрует блок данных 64 бит, используя 64 битный ключ шифра (56 бит значимых +8 бит четности);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 Процесс шифрования состоит из двух прямых перестановок ( прямой P –блок в начале и обратный в конце) и 16-ти раундов сети </a:t>
            </a:r>
            <a:r>
              <a:rPr lang="ru-RU" dirty="0" err="1"/>
              <a:t>Фейстеля</a:t>
            </a:r>
            <a:r>
              <a:rPr lang="ru-RU" dirty="0"/>
              <a:t>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 Каждый раунд использует различные 48 -битовые раундовые ключи, сгенерированный на основе ключа шифра;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 Для шифрования и расшифрования используется один и тот же алгоритм и ключ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6150BBE-A9A0-8FE2-A326-DCA8214D8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956" y="1343819"/>
            <a:ext cx="5852844" cy="509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169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43DE2A6A-B5C1-9CDF-A833-0A50CBF90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1F30E3-9C65-3026-E886-B40686DA6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Раунды и перестановки </a:t>
            </a:r>
            <a:r>
              <a:rPr lang="en-US" dirty="0"/>
              <a:t>DES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B2486A5D-8E06-74B6-BCC6-518CDE952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757" y="3715187"/>
            <a:ext cx="6279574" cy="2837815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ru-RU" dirty="0"/>
              <a:t>На входе раунда субблоки от предыдущего раунда и раундовый ключ</a:t>
            </a:r>
            <a:r>
              <a:rPr lang="en-US" dirty="0"/>
              <a:t>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 Выполняется необратимое преобразование (раундовая функция DES) правого субблока;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ru-RU" dirty="0"/>
              <a:t>Вычисляется XOR левого субблока и результата преобразования;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ru-RU" dirty="0"/>
              <a:t>Субблоки меняются местами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1334334-FC2C-D8FE-6229-F159BEDE9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3597" y="1076960"/>
            <a:ext cx="4236027" cy="5476042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BE61948-0BEC-E3DA-2B58-95161F8392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957" y="1168400"/>
            <a:ext cx="5797173" cy="237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2562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3CE1F-9ABB-450E-CEAA-5DB7C8083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C64434-EA78-C3F4-4978-1E90FF285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3127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CrypTool</a:t>
            </a:r>
            <a:r>
              <a:rPr lang="en-US" dirty="0"/>
              <a:t> 2</a:t>
            </a:r>
            <a:r>
              <a:rPr lang="ru-RU" dirty="0"/>
              <a:t>: схема реализации DES </a:t>
            </a:r>
            <a:r>
              <a:rPr lang="ru-RU" dirty="0" err="1"/>
              <a:t>Visualisation</a:t>
            </a:r>
            <a:endParaRPr lang="ru-RU" dirty="0"/>
          </a:p>
        </p:txBody>
      </p:sp>
      <p:pic>
        <p:nvPicPr>
          <p:cNvPr id="16" name="Объект 15">
            <a:extLst>
              <a:ext uri="{FF2B5EF4-FFF2-40B4-BE49-F238E27FC236}">
                <a16:creationId xmlns:a16="http://schemas.microsoft.com/office/drawing/2014/main" id="{2B89E022-DBC0-5799-32EC-0DC926FDE2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2175" y="1561090"/>
            <a:ext cx="10847648" cy="476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388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A8C61-E622-7E33-1DF9-4BE619E70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FF64ED-2D37-EE9D-7880-153F64F09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238" y="81115"/>
            <a:ext cx="11455401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CrypTool</a:t>
            </a:r>
            <a:r>
              <a:rPr lang="en-US" dirty="0"/>
              <a:t> 2</a:t>
            </a:r>
            <a:r>
              <a:rPr lang="ru-RU" dirty="0"/>
              <a:t>: исходные данные, начальная перестановка и раундовые ключи DES </a:t>
            </a:r>
            <a:r>
              <a:rPr lang="ru-RU" dirty="0" err="1"/>
              <a:t>Visualisation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D94BCDF0-7106-0E31-1C34-A28AC9A73F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8104" y="1478228"/>
            <a:ext cx="5400330" cy="244267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AC5483E-DD92-BF83-5E70-5CE3CB300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434" y="2276779"/>
            <a:ext cx="6015462" cy="299548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80A02AC-7C89-41D6-4E5C-130DE2AF14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512" y="3920904"/>
            <a:ext cx="4769514" cy="270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441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5BB4-82F7-C184-A45F-9C9EA664B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DAD551-6531-8634-FC42-C8589F942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3127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CrypTool</a:t>
            </a:r>
            <a:r>
              <a:rPr lang="en-US" dirty="0"/>
              <a:t> 2</a:t>
            </a:r>
            <a:r>
              <a:rPr lang="ru-RU" dirty="0"/>
              <a:t>: генерация раундовых ключей (раунд 1)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C2F385D1-4CFA-5FB6-EA21-F23130BA43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33832" y="1745469"/>
            <a:ext cx="3860328" cy="190613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0FD6445-0163-2B8E-8A58-A0E8627C8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06" y="1669615"/>
            <a:ext cx="7144747" cy="368668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0E07C3F-7402-359B-3EBD-D33848645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832" y="3825240"/>
            <a:ext cx="3860328" cy="176412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00A3A05-BC84-F645-0062-AA16610FA8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0942" y="5617229"/>
            <a:ext cx="5229955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760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2632C-D92B-926E-55E9-53AA9CF12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9EFF97-87A9-38B3-DEE0-F8002729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3127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CrypTool</a:t>
            </a:r>
            <a:r>
              <a:rPr lang="en-US" dirty="0"/>
              <a:t> 2</a:t>
            </a:r>
            <a:r>
              <a:rPr lang="ru-RU" dirty="0"/>
              <a:t>: общая схема (1 раунд)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FAD6F5B0-1E7B-7D90-926B-AB56B64E4F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524" y="1638050"/>
            <a:ext cx="8680070" cy="453923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CBB2172-DB68-12ED-D4F1-8FB2E795A0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3648"/>
          <a:stretch>
            <a:fillRect/>
          </a:stretch>
        </p:blipFill>
        <p:spPr>
          <a:xfrm>
            <a:off x="7660640" y="3238354"/>
            <a:ext cx="4114800" cy="38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738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8D45D-C2E8-F3F2-A04C-B4468AB0C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C5F36-CB3B-42C6-E3C3-94A5C2669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3127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CrypTool</a:t>
            </a:r>
            <a:r>
              <a:rPr lang="en-US" dirty="0"/>
              <a:t> 2</a:t>
            </a:r>
            <a:r>
              <a:rPr lang="ru-RU" dirty="0"/>
              <a:t>: функция f DES </a:t>
            </a:r>
            <a:r>
              <a:rPr lang="ru-RU" dirty="0" err="1"/>
              <a:t>Visualisation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621ABE6C-E37B-1D6D-BBF7-95B1E6478C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25751" y="1481099"/>
            <a:ext cx="5505085" cy="330194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95B5A66-7111-3AF2-0F42-7364125AE7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7011" y="1374228"/>
            <a:ext cx="3513957" cy="164329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63D3D8C-9242-BB8C-5C96-0672D84DFE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9452" y="3168949"/>
            <a:ext cx="3357895" cy="164329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75CBCBD-520D-072C-180E-62668E35CB2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6851"/>
          <a:stretch>
            <a:fillRect/>
          </a:stretch>
        </p:blipFill>
        <p:spPr>
          <a:xfrm>
            <a:off x="297414" y="5126787"/>
            <a:ext cx="3895060" cy="1508947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DEAFEAE-511F-D464-1274-98FA145D03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9365" y="5271604"/>
            <a:ext cx="3676031" cy="1364131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B4AF5E4-635C-4F0F-E454-C16AB5BDD8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8220" y="4963670"/>
            <a:ext cx="718062" cy="235525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75A7E044-0A02-ABAD-CA2D-5D7845858D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60222" y="4963670"/>
            <a:ext cx="3037125" cy="179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025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0FE48-387B-02E8-3941-A568BA73D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E446C0-0766-17D9-581D-9C7465742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6040" y="83127"/>
            <a:ext cx="12324080" cy="1325563"/>
          </a:xfrm>
        </p:spPr>
        <p:txBody>
          <a:bodyPr/>
          <a:lstStyle/>
          <a:p>
            <a:pPr algn="ctr"/>
            <a:r>
              <a:rPr lang="en-US" dirty="0" err="1"/>
              <a:t>CrypTool</a:t>
            </a:r>
            <a:r>
              <a:rPr lang="en-US" dirty="0"/>
              <a:t> 2</a:t>
            </a:r>
            <a:r>
              <a:rPr lang="ru-RU" dirty="0"/>
              <a:t>: результат и обмен половин (1 раунд)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2CF148D-E572-06C5-988C-4AC3A28D9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8220" y="4963670"/>
            <a:ext cx="718062" cy="235525"/>
          </a:xfrm>
          <a:prstGeom prst="rect">
            <a:avLst/>
          </a:prstGeom>
        </p:spPr>
      </p:pic>
      <p:pic>
        <p:nvPicPr>
          <p:cNvPr id="7" name="Объект 6">
            <a:extLst>
              <a:ext uri="{FF2B5EF4-FFF2-40B4-BE49-F238E27FC236}">
                <a16:creationId xmlns:a16="http://schemas.microsoft.com/office/drawing/2014/main" id="{C61B5C21-F52A-60B8-1614-877D0AD01A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32061" y="1408690"/>
            <a:ext cx="8035699" cy="416915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AC0F521-BDC5-EC9C-3021-D88AB12090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2441" y="3991185"/>
            <a:ext cx="4256219" cy="218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77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F03F9-C6B8-A019-F746-A3055C608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50AF96-675C-8308-E131-817F231E2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3127"/>
            <a:ext cx="12258040" cy="1325563"/>
          </a:xfrm>
        </p:spPr>
        <p:txBody>
          <a:bodyPr/>
          <a:lstStyle/>
          <a:p>
            <a:pPr algn="ctr"/>
            <a:r>
              <a:rPr lang="en-US" dirty="0" err="1"/>
              <a:t>CrypTool</a:t>
            </a:r>
            <a:r>
              <a:rPr lang="en-US" dirty="0"/>
              <a:t> 2</a:t>
            </a:r>
            <a:r>
              <a:rPr lang="ru-RU" dirty="0"/>
              <a:t>: (раунды 2-16) и конечная перестановка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3CAB9E3D-F047-1E30-0BB5-8EE081062F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7087" y="1605996"/>
            <a:ext cx="5252657" cy="27831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1F29407-3E5D-678B-BE6E-D66B8BB6F6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1344" y="2997558"/>
            <a:ext cx="6194059" cy="349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372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3CD5B-2F00-F12A-87A8-FFAD2BB67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765892-0430-B54E-D384-784C0C760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3127"/>
            <a:ext cx="12258040" cy="1325563"/>
          </a:xfrm>
        </p:spPr>
        <p:txBody>
          <a:bodyPr/>
          <a:lstStyle/>
          <a:p>
            <a:pPr algn="ctr"/>
            <a:r>
              <a:rPr lang="ru-RU" dirty="0"/>
              <a:t>Блок-схема зашифровки DES </a:t>
            </a:r>
            <a:r>
              <a:rPr lang="ru-RU" dirty="0" err="1"/>
              <a:t>Visualisation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B6D2B9A-7849-B7AF-E32E-9992F04384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86808" y="1283148"/>
            <a:ext cx="3018384" cy="537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307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D91213E4-B4F0-2CFC-F5DB-88D7ACF12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F741E1-1D51-3BBB-DD3C-612F5CCF5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Общая структура упрощённого блочного шифра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3BF6778-D356-76E1-CDDC-D5A2E59C0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3631" y="1501359"/>
            <a:ext cx="3408661" cy="5095876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Ключ - 64 бита;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Блок данных - 32 бита;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Количество раундов – 4;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Раундовый ключ - 16 бит;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При развертывание ключа секретный ключ последовательно разделяется на 4 равные части; которые далее в раундах используются по очереди;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B242355-C6F5-EBDA-8B3E-DE43BD712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148" y="1174853"/>
            <a:ext cx="2827819" cy="543028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0D3E532-12B6-A6AF-8A21-767BD07DB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1718" y="2663225"/>
            <a:ext cx="4815560" cy="11002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05587F-C9CB-5D71-7D9A-DB5FFABCE16B}"/>
              </a:ext>
            </a:extLst>
          </p:cNvPr>
          <p:cNvSpPr txBox="1"/>
          <p:nvPr/>
        </p:nvSpPr>
        <p:spPr>
          <a:xfrm>
            <a:off x="7961243" y="1501359"/>
            <a:ext cx="380660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sz="2400" dirty="0"/>
              <a:t>Подстановки в раундовой функции – четверка S-блоков;</a:t>
            </a:r>
          </a:p>
          <a:p>
            <a:pPr>
              <a:buFont typeface="Wingdings" panose="05000000000000000000" pitchFamily="2" charset="2"/>
              <a:buChar char="Ø"/>
            </a:pPr>
            <a:endParaRPr lang="ru-RU" sz="2400" dirty="0"/>
          </a:p>
          <a:p>
            <a:pPr>
              <a:buFont typeface="Wingdings" panose="05000000000000000000" pitchFamily="2" charset="2"/>
              <a:buChar char="Ø"/>
            </a:pPr>
            <a:endParaRPr lang="ru-RU" sz="2400" dirty="0"/>
          </a:p>
          <a:p>
            <a:pPr>
              <a:buFont typeface="Wingdings" panose="05000000000000000000" pitchFamily="2" charset="2"/>
              <a:buChar char="Ø"/>
            </a:pPr>
            <a:endParaRPr lang="ru-RU" sz="2400" dirty="0"/>
          </a:p>
          <a:p>
            <a:pPr>
              <a:buFont typeface="Wingdings" panose="05000000000000000000" pitchFamily="2" charset="2"/>
              <a:buChar char="Ø"/>
            </a:pPr>
            <a:endParaRPr lang="ru-RU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sz="2400" dirty="0"/>
              <a:t>Перестановка в раундовой функции - реализуется циклическим сдвигом влево на 5 бит (P-блок)</a:t>
            </a:r>
          </a:p>
        </p:txBody>
      </p:sp>
    </p:spTree>
    <p:extLst>
      <p:ext uri="{BB962C8B-B14F-4D97-AF65-F5344CB8AC3E}">
        <p14:creationId xmlns:p14="http://schemas.microsoft.com/office/powerpoint/2010/main" val="1188772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D7454-64F1-49C8-3FD2-4172255F2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4AE125-C64A-3055-B482-86A631EFC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3127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CrypTool</a:t>
            </a:r>
            <a:r>
              <a:rPr lang="en-US" dirty="0"/>
              <a:t> 2</a:t>
            </a:r>
            <a:r>
              <a:rPr lang="ru-RU" dirty="0"/>
              <a:t>: схема реализации </a:t>
            </a:r>
            <a:r>
              <a:rPr lang="en-US" dirty="0"/>
              <a:t>DA_Tutor2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F06E99F2-089E-C45C-1940-235B2A16A0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9194" y="1408690"/>
            <a:ext cx="9893610" cy="503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459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12809-BB29-3521-743D-16AB5B848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655A54-1ED7-DEA0-F604-A449AE1EB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3127"/>
            <a:ext cx="12258040" cy="1325563"/>
          </a:xfrm>
        </p:spPr>
        <p:txBody>
          <a:bodyPr/>
          <a:lstStyle/>
          <a:p>
            <a:pPr algn="ctr"/>
            <a:r>
              <a:rPr lang="ru-RU" dirty="0"/>
              <a:t>Параметры шифра и сгенерированные </a:t>
            </a:r>
            <a:r>
              <a:rPr lang="en-US" dirty="0"/>
              <a:t>S-</a:t>
            </a:r>
            <a:r>
              <a:rPr lang="ru-RU" dirty="0"/>
              <a:t>блоки</a:t>
            </a:r>
          </a:p>
        </p:txBody>
      </p:sp>
      <p:pic>
        <p:nvPicPr>
          <p:cNvPr id="15" name="Объект 6">
            <a:extLst>
              <a:ext uri="{FF2B5EF4-FFF2-40B4-BE49-F238E27FC236}">
                <a16:creationId xmlns:a16="http://schemas.microsoft.com/office/drawing/2014/main" id="{2C85402F-19CA-2D9A-1F33-02576E83D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587" y="1253331"/>
            <a:ext cx="5012874" cy="2523539"/>
          </a:xfrm>
          <a:prstGeom prst="rect">
            <a:avLst/>
          </a:prstGeom>
        </p:spPr>
      </p:pic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A19F8CF7-3EE2-8FA3-4DD2-9BF29D68D8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t="15556" b="11371"/>
          <a:stretch>
            <a:fillRect/>
          </a:stretch>
        </p:blipFill>
        <p:spPr>
          <a:xfrm>
            <a:off x="4144616" y="2988526"/>
            <a:ext cx="7424531" cy="357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462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13CBD-FD37-523D-D460-F0D2CBA98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C9D9EC-D596-495A-AF5E-1213A2B0E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3127"/>
            <a:ext cx="12258040" cy="1325563"/>
          </a:xfrm>
        </p:spPr>
        <p:txBody>
          <a:bodyPr/>
          <a:lstStyle/>
          <a:p>
            <a:pPr algn="ctr"/>
            <a:r>
              <a:rPr lang="ru-RU" dirty="0"/>
              <a:t>Блок-схема расчёта дифференциальных характеристик S-блока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CF8597A-E4EF-93BA-7934-C5A9757B9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944" y="816014"/>
            <a:ext cx="3736493" cy="596898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966D968-41B8-E48E-0C2D-685F495FC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1962" y="1408690"/>
            <a:ext cx="6588760" cy="84377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3FEA7EC-775B-DC24-C183-9E627EBCE000}"/>
              </a:ext>
            </a:extLst>
          </p:cNvPr>
          <p:cNvSpPr txBox="1"/>
          <p:nvPr/>
        </p:nvSpPr>
        <p:spPr>
          <a:xfrm>
            <a:off x="4340197" y="2371411"/>
            <a:ext cx="749085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Расчёт:</a:t>
            </a:r>
          </a:p>
          <a:p>
            <a:r>
              <a:rPr lang="ru-RU" sz="2000" dirty="0"/>
              <a:t>ΔY = S(X) ⊕ S(X ⊕ ΔX)</a:t>
            </a:r>
          </a:p>
          <a:p>
            <a:r>
              <a:rPr lang="ru-RU" sz="2000" dirty="0"/>
              <a:t>p(ΔX → ΔY) = DDT[ΔX][ΔY] / 16</a:t>
            </a:r>
          </a:p>
          <a:p>
            <a:r>
              <a:rPr lang="ru-RU" sz="2000" dirty="0"/>
              <a:t>уязвимость, если p &gt; 0,25</a:t>
            </a:r>
          </a:p>
          <a:p>
            <a:endParaRPr lang="ru-RU" sz="2000" dirty="0"/>
          </a:p>
          <a:p>
            <a:r>
              <a:rPr lang="ru-RU" sz="2000" dirty="0"/>
              <a:t>Пример: </a:t>
            </a:r>
          </a:p>
          <a:p>
            <a:r>
              <a:rPr lang="ru-RU" sz="2000" dirty="0"/>
              <a:t>возьмём входную разность ΔX=1 и X=0.</a:t>
            </a:r>
          </a:p>
          <a:p>
            <a:r>
              <a:rPr lang="ru-RU" sz="2000" dirty="0"/>
              <a:t>По таблице S-блока: S(0)=A, S(1)=0</a:t>
            </a:r>
          </a:p>
          <a:p>
            <a:r>
              <a:rPr lang="ru-RU" sz="2000" dirty="0"/>
              <a:t>Вычислим выходную разность:</a:t>
            </a:r>
          </a:p>
          <a:p>
            <a:r>
              <a:rPr lang="ru-RU" sz="2000" dirty="0"/>
              <a:t>ΔY=S(0)⊕S(0⊕1) =A⊕0=A</a:t>
            </a:r>
          </a:p>
          <a:p>
            <a:r>
              <a:rPr lang="ru-RU" sz="2000" dirty="0"/>
              <a:t>При переборе всех 16 значений X разность ΔY=A встречается 6 раз:</a:t>
            </a:r>
          </a:p>
          <a:p>
            <a:r>
              <a:rPr lang="ru-RU" sz="2000" dirty="0"/>
              <a:t>p(ΔX=1→ΔY=A)=6/16​=0,375</a:t>
            </a:r>
          </a:p>
        </p:txBody>
      </p:sp>
    </p:spTree>
    <p:extLst>
      <p:ext uri="{BB962C8B-B14F-4D97-AF65-F5344CB8AC3E}">
        <p14:creationId xmlns:p14="http://schemas.microsoft.com/office/powerpoint/2010/main" val="2463471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D86C4-DE51-B976-8AE4-6E70278D5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10F2A-347C-078B-6F7F-530BE4055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3127"/>
            <a:ext cx="12258040" cy="1325563"/>
          </a:xfrm>
        </p:spPr>
        <p:txBody>
          <a:bodyPr/>
          <a:lstStyle/>
          <a:p>
            <a:pPr algn="ctr"/>
            <a:r>
              <a:rPr lang="ru-RU" dirty="0"/>
              <a:t>Результаты расчёта для выбранного S-блока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A9644242-057B-F0DB-02CB-1A6E25101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904153"/>
              </p:ext>
            </p:extLst>
          </p:nvPr>
        </p:nvGraphicFramePr>
        <p:xfrm>
          <a:off x="264159" y="1286769"/>
          <a:ext cx="5091041" cy="536618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99473">
                  <a:extLst>
                    <a:ext uri="{9D8B030D-6E8A-4147-A177-3AD203B41FA5}">
                      <a16:colId xmlns:a16="http://schemas.microsoft.com/office/drawing/2014/main" val="1492223326"/>
                    </a:ext>
                  </a:extLst>
                </a:gridCol>
                <a:gridCol w="299473">
                  <a:extLst>
                    <a:ext uri="{9D8B030D-6E8A-4147-A177-3AD203B41FA5}">
                      <a16:colId xmlns:a16="http://schemas.microsoft.com/office/drawing/2014/main" val="2264746658"/>
                    </a:ext>
                  </a:extLst>
                </a:gridCol>
                <a:gridCol w="299473">
                  <a:extLst>
                    <a:ext uri="{9D8B030D-6E8A-4147-A177-3AD203B41FA5}">
                      <a16:colId xmlns:a16="http://schemas.microsoft.com/office/drawing/2014/main" val="3874840585"/>
                    </a:ext>
                  </a:extLst>
                </a:gridCol>
                <a:gridCol w="299473">
                  <a:extLst>
                    <a:ext uri="{9D8B030D-6E8A-4147-A177-3AD203B41FA5}">
                      <a16:colId xmlns:a16="http://schemas.microsoft.com/office/drawing/2014/main" val="331325596"/>
                    </a:ext>
                  </a:extLst>
                </a:gridCol>
                <a:gridCol w="299473">
                  <a:extLst>
                    <a:ext uri="{9D8B030D-6E8A-4147-A177-3AD203B41FA5}">
                      <a16:colId xmlns:a16="http://schemas.microsoft.com/office/drawing/2014/main" val="94201913"/>
                    </a:ext>
                  </a:extLst>
                </a:gridCol>
                <a:gridCol w="299473">
                  <a:extLst>
                    <a:ext uri="{9D8B030D-6E8A-4147-A177-3AD203B41FA5}">
                      <a16:colId xmlns:a16="http://schemas.microsoft.com/office/drawing/2014/main" val="2325793086"/>
                    </a:ext>
                  </a:extLst>
                </a:gridCol>
                <a:gridCol w="299473">
                  <a:extLst>
                    <a:ext uri="{9D8B030D-6E8A-4147-A177-3AD203B41FA5}">
                      <a16:colId xmlns:a16="http://schemas.microsoft.com/office/drawing/2014/main" val="2433618020"/>
                    </a:ext>
                  </a:extLst>
                </a:gridCol>
                <a:gridCol w="299473">
                  <a:extLst>
                    <a:ext uri="{9D8B030D-6E8A-4147-A177-3AD203B41FA5}">
                      <a16:colId xmlns:a16="http://schemas.microsoft.com/office/drawing/2014/main" val="508504841"/>
                    </a:ext>
                  </a:extLst>
                </a:gridCol>
                <a:gridCol w="299473">
                  <a:extLst>
                    <a:ext uri="{9D8B030D-6E8A-4147-A177-3AD203B41FA5}">
                      <a16:colId xmlns:a16="http://schemas.microsoft.com/office/drawing/2014/main" val="490144589"/>
                    </a:ext>
                  </a:extLst>
                </a:gridCol>
                <a:gridCol w="299473">
                  <a:extLst>
                    <a:ext uri="{9D8B030D-6E8A-4147-A177-3AD203B41FA5}">
                      <a16:colId xmlns:a16="http://schemas.microsoft.com/office/drawing/2014/main" val="105577586"/>
                    </a:ext>
                  </a:extLst>
                </a:gridCol>
                <a:gridCol w="299473">
                  <a:extLst>
                    <a:ext uri="{9D8B030D-6E8A-4147-A177-3AD203B41FA5}">
                      <a16:colId xmlns:a16="http://schemas.microsoft.com/office/drawing/2014/main" val="1235516246"/>
                    </a:ext>
                  </a:extLst>
                </a:gridCol>
                <a:gridCol w="299473">
                  <a:extLst>
                    <a:ext uri="{9D8B030D-6E8A-4147-A177-3AD203B41FA5}">
                      <a16:colId xmlns:a16="http://schemas.microsoft.com/office/drawing/2014/main" val="107922930"/>
                    </a:ext>
                  </a:extLst>
                </a:gridCol>
                <a:gridCol w="299473">
                  <a:extLst>
                    <a:ext uri="{9D8B030D-6E8A-4147-A177-3AD203B41FA5}">
                      <a16:colId xmlns:a16="http://schemas.microsoft.com/office/drawing/2014/main" val="2250739120"/>
                    </a:ext>
                  </a:extLst>
                </a:gridCol>
                <a:gridCol w="299473">
                  <a:extLst>
                    <a:ext uri="{9D8B030D-6E8A-4147-A177-3AD203B41FA5}">
                      <a16:colId xmlns:a16="http://schemas.microsoft.com/office/drawing/2014/main" val="1345740709"/>
                    </a:ext>
                  </a:extLst>
                </a:gridCol>
                <a:gridCol w="299473">
                  <a:extLst>
                    <a:ext uri="{9D8B030D-6E8A-4147-A177-3AD203B41FA5}">
                      <a16:colId xmlns:a16="http://schemas.microsoft.com/office/drawing/2014/main" val="1060926695"/>
                    </a:ext>
                  </a:extLst>
                </a:gridCol>
                <a:gridCol w="299473">
                  <a:extLst>
                    <a:ext uri="{9D8B030D-6E8A-4147-A177-3AD203B41FA5}">
                      <a16:colId xmlns:a16="http://schemas.microsoft.com/office/drawing/2014/main" val="1921460893"/>
                    </a:ext>
                  </a:extLst>
                </a:gridCol>
                <a:gridCol w="299473">
                  <a:extLst>
                    <a:ext uri="{9D8B030D-6E8A-4147-A177-3AD203B41FA5}">
                      <a16:colId xmlns:a16="http://schemas.microsoft.com/office/drawing/2014/main" val="3840280691"/>
                    </a:ext>
                  </a:extLst>
                </a:gridCol>
              </a:tblGrid>
              <a:tr h="38261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ru-RU" sz="900" b="0" i="0" dirty="0">
                        <a:solidFill>
                          <a:srgbClr val="141413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br>
                        <a:rPr lang="ru-RU" sz="9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</a:br>
                      <a:r>
                        <a:rPr lang="ru-RU" sz="9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553594"/>
                  </a:ext>
                </a:extLst>
              </a:tr>
              <a:tr h="35870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517890"/>
                  </a:ext>
                </a:extLst>
              </a:tr>
              <a:tr h="30832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5A4815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529354"/>
                  </a:ext>
                </a:extLst>
              </a:tr>
              <a:tr h="30832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519541"/>
                  </a:ext>
                </a:extLst>
              </a:tr>
              <a:tr h="30832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38390"/>
                  </a:ext>
                </a:extLst>
              </a:tr>
              <a:tr h="30832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647219"/>
                  </a:ext>
                </a:extLst>
              </a:tr>
              <a:tr h="30832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389589"/>
                  </a:ext>
                </a:extLst>
              </a:tr>
              <a:tr h="30832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5A4815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9959622"/>
                  </a:ext>
                </a:extLst>
              </a:tr>
              <a:tr h="30832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5A4815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174276"/>
                  </a:ext>
                </a:extLst>
              </a:tr>
              <a:tr h="30832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7F2C28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359532"/>
                  </a:ext>
                </a:extLst>
              </a:tr>
              <a:tr h="30832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5A4815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281355"/>
                  </a:ext>
                </a:extLst>
              </a:tr>
              <a:tr h="30832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521494"/>
                  </a:ext>
                </a:extLst>
              </a:tr>
              <a:tr h="30832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285750"/>
                  </a:ext>
                </a:extLst>
              </a:tr>
              <a:tr h="30832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785409"/>
                  </a:ext>
                </a:extLst>
              </a:tr>
              <a:tr h="30832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928934"/>
                  </a:ext>
                </a:extLst>
              </a:tr>
              <a:tr h="30832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5A4815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864355"/>
                  </a:ext>
                </a:extLst>
              </a:tr>
              <a:tr h="30832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5A4815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9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091731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BBF3C051-2D4A-C08F-261C-92573684C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043869"/>
              </p:ext>
            </p:extLst>
          </p:nvPr>
        </p:nvGraphicFramePr>
        <p:xfrm>
          <a:off x="6308952" y="1286769"/>
          <a:ext cx="4693200" cy="291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300">
                  <a:extLst>
                    <a:ext uri="{9D8B030D-6E8A-4147-A177-3AD203B41FA5}">
                      <a16:colId xmlns:a16="http://schemas.microsoft.com/office/drawing/2014/main" val="61768332"/>
                    </a:ext>
                  </a:extLst>
                </a:gridCol>
                <a:gridCol w="1173300">
                  <a:extLst>
                    <a:ext uri="{9D8B030D-6E8A-4147-A177-3AD203B41FA5}">
                      <a16:colId xmlns:a16="http://schemas.microsoft.com/office/drawing/2014/main" val="1835260864"/>
                    </a:ext>
                  </a:extLst>
                </a:gridCol>
                <a:gridCol w="1173300">
                  <a:extLst>
                    <a:ext uri="{9D8B030D-6E8A-4147-A177-3AD203B41FA5}">
                      <a16:colId xmlns:a16="http://schemas.microsoft.com/office/drawing/2014/main" val="1963937930"/>
                    </a:ext>
                  </a:extLst>
                </a:gridCol>
                <a:gridCol w="1173300">
                  <a:extLst>
                    <a:ext uri="{9D8B030D-6E8A-4147-A177-3AD203B41FA5}">
                      <a16:colId xmlns:a16="http://schemas.microsoft.com/office/drawing/2014/main" val="465156552"/>
                    </a:ext>
                  </a:extLst>
                </a:gridCol>
              </a:tblGrid>
              <a:tr h="3643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6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ΔX</a:t>
                      </a:r>
                    </a:p>
                  </a:txBody>
                  <a:tcPr marL="76200" marR="7620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6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ΔY</a:t>
                      </a:r>
                    </a:p>
                  </a:txBody>
                  <a:tcPr marL="76200" marR="7620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6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из 16</a:t>
                      </a:r>
                    </a:p>
                  </a:txBody>
                  <a:tcPr marL="76200" marR="7620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6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p</a:t>
                      </a:r>
                    </a:p>
                  </a:txBody>
                  <a:tcPr marL="76200" marR="7620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170595"/>
                  </a:ext>
                </a:extLst>
              </a:tr>
              <a:tr h="3643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6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76200" marR="7620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6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D</a:t>
                      </a:r>
                    </a:p>
                  </a:txBody>
                  <a:tcPr marL="76200" marR="7620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6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76200" marR="7620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6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0,5</a:t>
                      </a:r>
                    </a:p>
                  </a:txBody>
                  <a:tcPr marL="76200" marR="7620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7017582"/>
                  </a:ext>
                </a:extLst>
              </a:tr>
              <a:tr h="3643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6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0" marR="7620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6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A</a:t>
                      </a:r>
                    </a:p>
                  </a:txBody>
                  <a:tcPr marL="76200" marR="7620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6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76200" marR="7620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6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0,375</a:t>
                      </a:r>
                    </a:p>
                  </a:txBody>
                  <a:tcPr marL="76200" marR="7620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91425"/>
                  </a:ext>
                </a:extLst>
              </a:tr>
              <a:tr h="3643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6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76200" marR="7620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6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76200" marR="7620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6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76200" marR="7620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6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0,375</a:t>
                      </a:r>
                    </a:p>
                  </a:txBody>
                  <a:tcPr marL="76200" marR="7620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5593346"/>
                  </a:ext>
                </a:extLst>
              </a:tr>
              <a:tr h="3643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6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76200" marR="7620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6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F</a:t>
                      </a:r>
                    </a:p>
                  </a:txBody>
                  <a:tcPr marL="76200" marR="7620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6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76200" marR="7620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6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0,375</a:t>
                      </a:r>
                    </a:p>
                  </a:txBody>
                  <a:tcPr marL="76200" marR="7620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012167"/>
                  </a:ext>
                </a:extLst>
              </a:tr>
              <a:tr h="3643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6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marL="76200" marR="7620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6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76200" marR="7620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6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76200" marR="7620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6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0,375</a:t>
                      </a:r>
                    </a:p>
                  </a:txBody>
                  <a:tcPr marL="76200" marR="7620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999172"/>
                  </a:ext>
                </a:extLst>
              </a:tr>
              <a:tr h="3643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6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E</a:t>
                      </a:r>
                    </a:p>
                  </a:txBody>
                  <a:tcPr marL="76200" marR="7620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6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76200" marR="7620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6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76200" marR="7620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6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0,375</a:t>
                      </a:r>
                    </a:p>
                  </a:txBody>
                  <a:tcPr marL="76200" marR="7620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770894"/>
                  </a:ext>
                </a:extLst>
              </a:tr>
              <a:tr h="3643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6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F</a:t>
                      </a:r>
                    </a:p>
                  </a:txBody>
                  <a:tcPr marL="76200" marR="7620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6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76200" marR="7620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6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76200" marR="7620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6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0,375</a:t>
                      </a:r>
                    </a:p>
                  </a:txBody>
                  <a:tcPr marL="76200" marR="7620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92404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CC2A4E5-CA5D-EA51-F2AE-44030B63B081}"/>
              </a:ext>
            </a:extLst>
          </p:cNvPr>
          <p:cNvSpPr txBox="1"/>
          <p:nvPr/>
        </p:nvSpPr>
        <p:spPr>
          <a:xfrm>
            <a:off x="5723531" y="4402812"/>
            <a:ext cx="640673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Пример:</a:t>
            </a:r>
          </a:p>
          <a:p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(ΔX = F): ΔY = 2 при X = 0, 1, 6, 9, 14, 15 → 6/16 = 0,375</a:t>
            </a:r>
            <a:br>
              <a:rPr lang="ru-RU" dirty="0"/>
            </a:b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Связь с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+mn-lt"/>
              </a:rPr>
              <a:t>PathFinder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: </a:t>
            </a:r>
          </a:p>
          <a:p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	F→2 (0,375) в раунде 1 и 2→9 (0,25)</a:t>
            </a:r>
          </a:p>
          <a:p>
            <a:r>
              <a:rPr lang="ru-RU" dirty="0"/>
              <a:t>	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в раунде 2: 0,375 × 0,25 = 0,0938.</a:t>
            </a:r>
            <a:br>
              <a:rPr lang="ru-RU" dirty="0"/>
            </a:b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Вывод:</a:t>
            </a:r>
          </a:p>
          <a:p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при ΔX = 8 разность ΔY = D появляется с p = 0,5 вместо 1/16, S-блок имеет дифференциальную уязвимость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7971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D86C4-DE51-B976-8AE4-6E70278D5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10F2A-347C-078B-6F7F-530BE4055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3127"/>
            <a:ext cx="12258040" cy="1325563"/>
          </a:xfrm>
        </p:spPr>
        <p:txBody>
          <a:bodyPr/>
          <a:lstStyle/>
          <a:p>
            <a:pPr algn="ctr"/>
            <a:r>
              <a:rPr lang="ru-RU" dirty="0"/>
              <a:t>Ход атаки в </a:t>
            </a:r>
            <a:r>
              <a:rPr lang="ru-RU" dirty="0" err="1"/>
              <a:t>DA_Tutor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A3925D7-66C7-49D0-6DE2-2C4531C141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17463"/>
          <a:stretch>
            <a:fillRect/>
          </a:stretch>
        </p:blipFill>
        <p:spPr>
          <a:xfrm>
            <a:off x="481186" y="1599174"/>
            <a:ext cx="11229627" cy="393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487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D86C4-DE51-B976-8AE4-6E70278D5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10F2A-347C-078B-6F7F-530BE4055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3127"/>
            <a:ext cx="12258040" cy="1325563"/>
          </a:xfrm>
        </p:spPr>
        <p:txBody>
          <a:bodyPr/>
          <a:lstStyle/>
          <a:p>
            <a:pPr algn="ctr"/>
            <a:r>
              <a:rPr lang="ru-RU" dirty="0"/>
              <a:t>Режимы работы блочного шифра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4FFA93A-19A3-61A8-8C77-7BC74DD882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75598" y="1260316"/>
            <a:ext cx="10240804" cy="37724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9ABEA1-8CB4-83CE-FB04-E3241177F6A7}"/>
              </a:ext>
            </a:extLst>
          </p:cNvPr>
          <p:cNvSpPr txBox="1"/>
          <p:nvPr/>
        </p:nvSpPr>
        <p:spPr>
          <a:xfrm>
            <a:off x="975598" y="5317435"/>
            <a:ext cx="102408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000" dirty="0"/>
              <a:t>Режим – это способ зашифрования файла данных с использованием блочного шифра;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000" dirty="0"/>
              <a:t>Блочные шифры могут использоваться для зашифрования блоков или для генерации криптографической гаммы </a:t>
            </a:r>
          </a:p>
        </p:txBody>
      </p:sp>
    </p:spTree>
    <p:extLst>
      <p:ext uri="{BB962C8B-B14F-4D97-AF65-F5344CB8AC3E}">
        <p14:creationId xmlns:p14="http://schemas.microsoft.com/office/powerpoint/2010/main" val="868569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9DAF9-1250-ED14-23D1-B30ECF132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A7E244-48A8-9210-A249-856A047E5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3127"/>
            <a:ext cx="12258040" cy="1325563"/>
          </a:xfrm>
        </p:spPr>
        <p:txBody>
          <a:bodyPr/>
          <a:lstStyle/>
          <a:p>
            <a:pPr algn="ctr"/>
            <a:r>
              <a:rPr lang="ru-RU" dirty="0"/>
              <a:t>Режим электронной кодовой книги (ECB)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45E6F1FA-05FA-29CB-5055-62876C6160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53464" y="1300357"/>
            <a:ext cx="9907383" cy="2638793"/>
          </a:xfrm>
          <a:prstGeom prst="rect">
            <a:avLst/>
          </a:prstGeom>
        </p:spPr>
      </p:pic>
      <p:sp>
        <p:nvSpPr>
          <p:cNvPr id="10" name="Объект 4">
            <a:extLst>
              <a:ext uri="{FF2B5EF4-FFF2-40B4-BE49-F238E27FC236}">
                <a16:creationId xmlns:a16="http://schemas.microsoft.com/office/drawing/2014/main" id="{EE13BD5F-18E0-19EE-E866-AAB2283C5FC7}"/>
              </a:ext>
            </a:extLst>
          </p:cNvPr>
          <p:cNvSpPr txBox="1">
            <a:spLocks/>
          </p:cNvSpPr>
          <p:nvPr/>
        </p:nvSpPr>
        <p:spPr>
          <a:xfrm>
            <a:off x="953464" y="4214191"/>
            <a:ext cx="4810538" cy="2383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 Достоинства: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sz="2200" dirty="0"/>
              <a:t>шифрование может быть параллельным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sz="2200" dirty="0"/>
              <a:t>ошибка в передаче блока не имеет никакого воздействия на другие блоки</a:t>
            </a:r>
          </a:p>
        </p:txBody>
      </p:sp>
      <p:sp>
        <p:nvSpPr>
          <p:cNvPr id="11" name="Объект 4">
            <a:extLst>
              <a:ext uri="{FF2B5EF4-FFF2-40B4-BE49-F238E27FC236}">
                <a16:creationId xmlns:a16="http://schemas.microsoft.com/office/drawing/2014/main" id="{EEF3692B-FFFD-E6F0-DBFB-2D6E2FB96218}"/>
              </a:ext>
            </a:extLst>
          </p:cNvPr>
          <p:cNvSpPr txBox="1">
            <a:spLocks/>
          </p:cNvSpPr>
          <p:nvPr/>
        </p:nvSpPr>
        <p:spPr>
          <a:xfrm>
            <a:off x="6428000" y="4214191"/>
            <a:ext cx="4810538" cy="283500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ru-RU" sz="3600" dirty="0"/>
              <a:t>Недостатки: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sz="2800" dirty="0"/>
              <a:t>одинаковые блоки открытого текста будут преобразовываться в одинаковые блоки шифровки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sz="2800" dirty="0"/>
              <a:t>независимость блоков создает возможность для замены некоторых блоков зашифрованного текста без знания ключа</a:t>
            </a:r>
          </a:p>
        </p:txBody>
      </p:sp>
    </p:spTree>
    <p:extLst>
      <p:ext uri="{BB962C8B-B14F-4D97-AF65-F5344CB8AC3E}">
        <p14:creationId xmlns:p14="http://schemas.microsoft.com/office/powerpoint/2010/main" val="23876416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94E87-753A-A3C6-0E3D-2FEF76BBE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F19623-F6CD-DB89-8A2A-B21C7BEC7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3127"/>
            <a:ext cx="12258040" cy="1325563"/>
          </a:xfrm>
        </p:spPr>
        <p:txBody>
          <a:bodyPr/>
          <a:lstStyle/>
          <a:p>
            <a:pPr algn="ctr"/>
            <a:r>
              <a:rPr lang="ru-RU" dirty="0"/>
              <a:t>Блок-схема зашифрования в режиме ECB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8F8560E-9756-3D3F-A560-7EE1280F7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8811" y="1408690"/>
            <a:ext cx="3634378" cy="524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690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9DAF9-1250-ED14-23D1-B30ECF132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A7E244-48A8-9210-A249-856A047E5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3127"/>
            <a:ext cx="12258040" cy="1325563"/>
          </a:xfrm>
        </p:spPr>
        <p:txBody>
          <a:bodyPr/>
          <a:lstStyle/>
          <a:p>
            <a:pPr algn="ctr"/>
            <a:r>
              <a:rPr lang="ru-RU" dirty="0"/>
              <a:t>Режим сцепления блоков шифровки (CBC)</a:t>
            </a:r>
          </a:p>
        </p:txBody>
      </p:sp>
      <p:sp>
        <p:nvSpPr>
          <p:cNvPr id="10" name="Объект 4">
            <a:extLst>
              <a:ext uri="{FF2B5EF4-FFF2-40B4-BE49-F238E27FC236}">
                <a16:creationId xmlns:a16="http://schemas.microsoft.com/office/drawing/2014/main" id="{EE13BD5F-18E0-19EE-E866-AAB2283C5FC7}"/>
              </a:ext>
            </a:extLst>
          </p:cNvPr>
          <p:cNvSpPr txBox="1">
            <a:spLocks/>
          </p:cNvSpPr>
          <p:nvPr/>
        </p:nvSpPr>
        <p:spPr>
          <a:xfrm>
            <a:off x="953464" y="4214191"/>
            <a:ext cx="4810538" cy="256068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ru-RU" sz="3300" dirty="0"/>
              <a:t> </a:t>
            </a:r>
            <a:r>
              <a:rPr lang="ru-RU" sz="3000" dirty="0"/>
              <a:t>Достоинства: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dirty="0"/>
              <a:t>одинаковые блоки исходного текста, преобразуются в различные блоки </a:t>
            </a:r>
            <a:r>
              <a:rPr lang="ru-RU" dirty="0" err="1"/>
              <a:t>шифротекста</a:t>
            </a:r>
            <a:endParaRPr lang="ru-RU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ru-RU" dirty="0"/>
              <a:t>последний блок шифровки зависит от всех бит отрытого текста сообщения и может использоваться для контроля целостности сообщения </a:t>
            </a:r>
          </a:p>
        </p:txBody>
      </p:sp>
      <p:sp>
        <p:nvSpPr>
          <p:cNvPr id="11" name="Объект 4">
            <a:extLst>
              <a:ext uri="{FF2B5EF4-FFF2-40B4-BE49-F238E27FC236}">
                <a16:creationId xmlns:a16="http://schemas.microsoft.com/office/drawing/2014/main" id="{EEF3692B-FFFD-E6F0-DBFB-2D6E2FB96218}"/>
              </a:ext>
            </a:extLst>
          </p:cNvPr>
          <p:cNvSpPr txBox="1">
            <a:spLocks/>
          </p:cNvSpPr>
          <p:nvPr/>
        </p:nvSpPr>
        <p:spPr>
          <a:xfrm>
            <a:off x="6428000" y="4214190"/>
            <a:ext cx="4810538" cy="264380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ru-RU" sz="3000" dirty="0"/>
              <a:t>Недостатки: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dirty="0"/>
              <a:t>зашифрование сообщения не поддаётся распараллеливанию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dirty="0"/>
              <a:t>если произойдёт изменение одного бита шифровки, то данная ошибка распространится на следующие блоки, однако потом при расшифровании произойдет самовосстановление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46C7A74A-56EA-7CA0-FBA5-1B1D7E5AB1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28389" y="1257236"/>
            <a:ext cx="7135221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4596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94E87-753A-A3C6-0E3D-2FEF76BBE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F19623-F6CD-DB89-8A2A-B21C7BEC7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3127"/>
            <a:ext cx="12258040" cy="1325563"/>
          </a:xfrm>
        </p:spPr>
        <p:txBody>
          <a:bodyPr/>
          <a:lstStyle/>
          <a:p>
            <a:pPr algn="ctr"/>
            <a:r>
              <a:rPr lang="ru-RU" dirty="0"/>
              <a:t>Блок-схема зашифрования в режиме CBC</a:t>
            </a:r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4820F9B6-3DCA-779B-01CE-0A55169482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87745" y="1292943"/>
            <a:ext cx="3682550" cy="531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7667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94E87-753A-A3C6-0E3D-2FEF76BBE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F19623-F6CD-DB89-8A2A-B21C7BEC7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3127"/>
            <a:ext cx="12258040" cy="1325563"/>
          </a:xfrm>
        </p:spPr>
        <p:txBody>
          <a:bodyPr/>
          <a:lstStyle/>
          <a:p>
            <a:pPr algn="ctr"/>
            <a:r>
              <a:rPr lang="ru-RU" dirty="0"/>
              <a:t>Скриншоты исходного и шифрованных изображений в разных режимах работы шифров</a:t>
            </a:r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C9FEE217-8F57-9518-B8EA-D62993CD64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18694"/>
          <a:stretch>
            <a:fillRect/>
          </a:stretch>
        </p:blipFill>
        <p:spPr>
          <a:xfrm>
            <a:off x="6369725" y="1671050"/>
            <a:ext cx="5197435" cy="189774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BE3E85-2F2D-CFBB-E1FA-6D151305DA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488" y="1671050"/>
            <a:ext cx="5060651" cy="189774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A0EBD97-9481-A5E0-53F9-6D919E01EB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4509" y="4076334"/>
            <a:ext cx="4687866" cy="175795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DD3B58D-5295-5B95-1ED9-E1670A9E0D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029" y="4076334"/>
            <a:ext cx="4687866" cy="1757950"/>
          </a:xfrm>
          <a:prstGeom prst="rect">
            <a:avLst/>
          </a:prstGeom>
        </p:spPr>
      </p:pic>
      <p:sp>
        <p:nvSpPr>
          <p:cNvPr id="19" name="Объект 4">
            <a:extLst>
              <a:ext uri="{FF2B5EF4-FFF2-40B4-BE49-F238E27FC236}">
                <a16:creationId xmlns:a16="http://schemas.microsoft.com/office/drawing/2014/main" id="{3AAEE854-2C5D-902A-8FAB-CCC05E5CEB86}"/>
              </a:ext>
            </a:extLst>
          </p:cNvPr>
          <p:cNvSpPr txBox="1">
            <a:spLocks/>
          </p:cNvSpPr>
          <p:nvPr/>
        </p:nvSpPr>
        <p:spPr>
          <a:xfrm>
            <a:off x="-66237" y="5958018"/>
            <a:ext cx="6195257" cy="76761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ECB</a:t>
            </a:r>
          </a:p>
          <a:p>
            <a:pPr marL="0" indent="0" algn="ctr">
              <a:buNone/>
            </a:pPr>
            <a:r>
              <a:rPr lang="ru-RU" sz="2200" dirty="0"/>
              <a:t>показывает контуры из-за одинаковых блоков</a:t>
            </a:r>
          </a:p>
          <a:p>
            <a:pPr marL="0" indent="0" algn="ctr">
              <a:buNone/>
            </a:pPr>
            <a:endParaRPr lang="ru-RU" sz="2200" dirty="0"/>
          </a:p>
        </p:txBody>
      </p:sp>
      <p:sp>
        <p:nvSpPr>
          <p:cNvPr id="20" name="Объект 4">
            <a:extLst>
              <a:ext uri="{FF2B5EF4-FFF2-40B4-BE49-F238E27FC236}">
                <a16:creationId xmlns:a16="http://schemas.microsoft.com/office/drawing/2014/main" id="{37477B71-F4CA-405C-58E3-9266FCBE2CC2}"/>
              </a:ext>
            </a:extLst>
          </p:cNvPr>
          <p:cNvSpPr txBox="1">
            <a:spLocks/>
          </p:cNvSpPr>
          <p:nvPr/>
        </p:nvSpPr>
        <p:spPr>
          <a:xfrm>
            <a:off x="6770745" y="6007260"/>
            <a:ext cx="4395394" cy="76761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CBC</a:t>
            </a:r>
          </a:p>
          <a:p>
            <a:pPr marL="0" indent="0" algn="ctr">
              <a:buNone/>
            </a:pPr>
            <a:r>
              <a:rPr lang="ru-RU" sz="2200" dirty="0"/>
              <a:t>скрывает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707161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003D4-B953-1F29-D366-F395ED12A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29A493-C253-5170-987D-5043359F8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3127"/>
            <a:ext cx="12258040" cy="1325563"/>
          </a:xfrm>
        </p:spPr>
        <p:txBody>
          <a:bodyPr/>
          <a:lstStyle/>
          <a:p>
            <a:pPr algn="ctr"/>
            <a:r>
              <a:rPr lang="ru-RU" dirty="0"/>
              <a:t>Шифр Triple DES</a:t>
            </a:r>
          </a:p>
        </p:txBody>
      </p:sp>
      <p:sp>
        <p:nvSpPr>
          <p:cNvPr id="11" name="Объект 4">
            <a:extLst>
              <a:ext uri="{FF2B5EF4-FFF2-40B4-BE49-F238E27FC236}">
                <a16:creationId xmlns:a16="http://schemas.microsoft.com/office/drawing/2014/main" id="{5CB8AA9E-C8E0-D215-A5B7-525037F18AEB}"/>
              </a:ext>
            </a:extLst>
          </p:cNvPr>
          <p:cNvSpPr txBox="1">
            <a:spLocks/>
          </p:cNvSpPr>
          <p:nvPr/>
        </p:nvSpPr>
        <p:spPr>
          <a:xfrm>
            <a:off x="5333960" y="1408689"/>
            <a:ext cx="6322649" cy="499211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ru-RU" sz="3200" dirty="0"/>
              <a:t>Модификации: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sz="2800" dirty="0"/>
              <a:t>DES-EEE3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sz="2800" dirty="0"/>
              <a:t>DES-EDE3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sz="2800" dirty="0"/>
              <a:t>DES-EEE2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sz="2800" dirty="0"/>
              <a:t>DES-EDE2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3200" dirty="0"/>
              <a:t>Самая популярная разновидность это DES-EDE3 и DES-EDE2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3200" dirty="0" err="1"/>
              <a:t>Pеализован</a:t>
            </a:r>
            <a:r>
              <a:rPr lang="ru-RU" sz="3200" dirty="0"/>
              <a:t> во многих приложениях, ориентированных на работу с Интернет, в том числе в PGP и S/</a:t>
            </a:r>
            <a:r>
              <a:rPr lang="ru-RU" sz="3200" dirty="0" err="1"/>
              <a:t>mime</a:t>
            </a:r>
            <a:r>
              <a:rPr lang="ru-RU" sz="3200" dirty="0"/>
              <a:t>.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AE10055C-612F-95E1-B65F-87EB28FCE5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5391" y="1408689"/>
            <a:ext cx="3861385" cy="4992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4898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D9EF0-C1D6-E7BB-97BD-92CE9CF41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96B32D-AD68-F272-02C7-BC73D688B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3127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CrypTool</a:t>
            </a:r>
            <a:r>
              <a:rPr lang="en-US" dirty="0"/>
              <a:t> 2</a:t>
            </a:r>
            <a:r>
              <a:rPr lang="ru-RU" dirty="0"/>
              <a:t>: схема экспериментального определения версий 3DES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D461A136-6C0A-6871-6C94-98C5CFF5C0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245" y="1408690"/>
            <a:ext cx="10671902" cy="47283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BC1C3A-4720-84A5-9C07-7743EC7B3156}"/>
              </a:ext>
            </a:extLst>
          </p:cNvPr>
          <p:cNvSpPr txBox="1"/>
          <p:nvPr/>
        </p:nvSpPr>
        <p:spPr>
          <a:xfrm>
            <a:off x="11016458" y="1646981"/>
            <a:ext cx="1040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эталон</a:t>
            </a:r>
            <a:endParaRPr lang="en-US" dirty="0"/>
          </a:p>
          <a:p>
            <a:r>
              <a:rPr lang="en-US" dirty="0"/>
              <a:t>K1K2K3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22019B-2411-B41F-99C6-E1408BCEFC01}"/>
              </a:ext>
            </a:extLst>
          </p:cNvPr>
          <p:cNvSpPr txBox="1"/>
          <p:nvPr/>
        </p:nvSpPr>
        <p:spPr>
          <a:xfrm>
            <a:off x="11016458" y="2293312"/>
            <a:ext cx="11755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эталон</a:t>
            </a:r>
            <a:endParaRPr lang="en-US" dirty="0"/>
          </a:p>
          <a:p>
            <a:r>
              <a:rPr lang="en-US" dirty="0"/>
              <a:t>K1K2K</a:t>
            </a:r>
            <a:r>
              <a:rPr lang="ru-RU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FBF3AD-2206-E0FE-5A19-7D6FB0E340F4}"/>
              </a:ext>
            </a:extLst>
          </p:cNvPr>
          <p:cNvSpPr txBox="1"/>
          <p:nvPr/>
        </p:nvSpPr>
        <p:spPr>
          <a:xfrm>
            <a:off x="11016459" y="3401308"/>
            <a:ext cx="1175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EEE3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B759DE-A572-AE7D-1300-939045D5B106}"/>
              </a:ext>
            </a:extLst>
          </p:cNvPr>
          <p:cNvSpPr txBox="1"/>
          <p:nvPr/>
        </p:nvSpPr>
        <p:spPr>
          <a:xfrm>
            <a:off x="11016459" y="4107489"/>
            <a:ext cx="1175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EDE3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426EBA-B58E-5342-C0CE-FCEDD9EAB64A}"/>
              </a:ext>
            </a:extLst>
          </p:cNvPr>
          <p:cNvSpPr txBox="1"/>
          <p:nvPr/>
        </p:nvSpPr>
        <p:spPr>
          <a:xfrm>
            <a:off x="11016459" y="4813670"/>
            <a:ext cx="1175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EEE2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2B08C5-61A7-77D7-4E48-E8A9241DA64D}"/>
              </a:ext>
            </a:extLst>
          </p:cNvPr>
          <p:cNvSpPr txBox="1"/>
          <p:nvPr/>
        </p:nvSpPr>
        <p:spPr>
          <a:xfrm>
            <a:off x="11016459" y="5519851"/>
            <a:ext cx="1175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EDE2</a:t>
            </a:r>
            <a:endParaRPr lang="ru-R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ED1877-1BED-30B8-8B38-B767E58CDEB5}"/>
              </a:ext>
            </a:extLst>
          </p:cNvPr>
          <p:cNvSpPr txBox="1"/>
          <p:nvPr/>
        </p:nvSpPr>
        <p:spPr>
          <a:xfrm>
            <a:off x="1551339" y="6247441"/>
            <a:ext cx="78397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000" dirty="0"/>
              <a:t>в </a:t>
            </a:r>
            <a:r>
              <a:rPr lang="ru-RU" sz="2000" dirty="0" err="1"/>
              <a:t>CrypTool</a:t>
            </a:r>
            <a:r>
              <a:rPr lang="ru-RU" sz="2000" dirty="0"/>
              <a:t> 2 реализована схема </a:t>
            </a:r>
            <a:r>
              <a:rPr lang="ru-RU" sz="2000" b="1" dirty="0"/>
              <a:t>EDE3</a:t>
            </a:r>
            <a:r>
              <a:rPr lang="en-US" sz="2000" b="1" dirty="0"/>
              <a:t>(K1K2K3) </a:t>
            </a:r>
            <a:r>
              <a:rPr lang="ru-RU" sz="2000" dirty="0"/>
              <a:t>и</a:t>
            </a:r>
            <a:r>
              <a:rPr lang="ru-RU" sz="2000" b="1" dirty="0"/>
              <a:t> </a:t>
            </a:r>
            <a:r>
              <a:rPr lang="en-US" sz="2000" b="1" dirty="0"/>
              <a:t>EDE2(K1K2K1)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581502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F43A2-4B7B-0FF9-A631-A27D0D0FF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69E411-F702-D4A6-DB47-035935497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3127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CrypTool</a:t>
            </a:r>
            <a:r>
              <a:rPr lang="en-US" dirty="0"/>
              <a:t> 2</a:t>
            </a:r>
            <a:r>
              <a:rPr lang="ru-RU" dirty="0"/>
              <a:t>: схема зашифрования </a:t>
            </a:r>
            <a:r>
              <a:rPr lang="en-US" dirty="0"/>
              <a:t>EDE3(K1K2K3)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DCF540BF-6E15-491A-57C2-F7D4A0D207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0475" y="1559161"/>
            <a:ext cx="10891049" cy="4941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7356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7A3E9-BC5D-FCF8-198D-63C78297A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174BC5-91DD-2AA3-864B-E976EAC8D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3127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CrypTool</a:t>
            </a:r>
            <a:r>
              <a:rPr lang="en-US" dirty="0"/>
              <a:t> 2</a:t>
            </a:r>
            <a:r>
              <a:rPr lang="ru-RU" dirty="0"/>
              <a:t>: схема зашифрования </a:t>
            </a:r>
            <a:r>
              <a:rPr lang="en-US" dirty="0"/>
              <a:t>EDE2(K1K2K1)</a:t>
            </a:r>
            <a:endParaRPr lang="ru-RU" dirty="0"/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AF5C1047-D237-2C54-5932-6C6BD18259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330" y="1597306"/>
            <a:ext cx="11445337" cy="461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4168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AEB08-1AA6-0403-67FD-BDBCEE21D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901DA0-6112-788C-0FF4-C86C8F008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3127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Не реализованы: схемы зашифрования </a:t>
            </a:r>
            <a:r>
              <a:rPr lang="en-US" dirty="0"/>
              <a:t>EEE3(K1K2K3)</a:t>
            </a:r>
            <a:r>
              <a:rPr lang="ru-RU" dirty="0"/>
              <a:t>, </a:t>
            </a:r>
            <a:r>
              <a:rPr lang="en-US" dirty="0"/>
              <a:t>EEE</a:t>
            </a:r>
            <a:r>
              <a:rPr lang="ru-RU" dirty="0"/>
              <a:t>2</a:t>
            </a:r>
            <a:r>
              <a:rPr lang="en-US" dirty="0"/>
              <a:t>(K1K2K</a:t>
            </a:r>
            <a:r>
              <a:rPr lang="ru-RU" dirty="0"/>
              <a:t>1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22307FAC-EAD5-D8AA-B703-2954C4E40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" name="Объект 6">
            <a:extLst>
              <a:ext uri="{FF2B5EF4-FFF2-40B4-BE49-F238E27FC236}">
                <a16:creationId xmlns:a16="http://schemas.microsoft.com/office/drawing/2014/main" id="{E8248894-BE35-923F-4003-065829DAE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75" y="1536258"/>
            <a:ext cx="5723425" cy="258313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195C841-D22E-AEC1-2855-198C8FCFF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735" y="3887907"/>
            <a:ext cx="6491690" cy="270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4247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D1E3C-2F15-43E1-4FDF-6B2A2423D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942C2D-A64D-5E85-0746-A2EE02B3C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3127"/>
            <a:ext cx="12258040" cy="1325563"/>
          </a:xfrm>
        </p:spPr>
        <p:txBody>
          <a:bodyPr/>
          <a:lstStyle/>
          <a:p>
            <a:pPr algn="ctr"/>
            <a:r>
              <a:rPr lang="ru-RU" dirty="0"/>
              <a:t>Шифр Магма</a:t>
            </a:r>
          </a:p>
        </p:txBody>
      </p:sp>
      <p:sp>
        <p:nvSpPr>
          <p:cNvPr id="11" name="Объект 4">
            <a:extLst>
              <a:ext uri="{FF2B5EF4-FFF2-40B4-BE49-F238E27FC236}">
                <a16:creationId xmlns:a16="http://schemas.microsoft.com/office/drawing/2014/main" id="{489A6151-0B35-9D46-E56D-95738DB64F0F}"/>
              </a:ext>
            </a:extLst>
          </p:cNvPr>
          <p:cNvSpPr txBox="1">
            <a:spLocks/>
          </p:cNvSpPr>
          <p:nvPr/>
        </p:nvSpPr>
        <p:spPr>
          <a:xfrm>
            <a:off x="7205704" y="1378041"/>
            <a:ext cx="4699383" cy="5396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ru-RU" sz="3200" dirty="0"/>
              <a:t>Открытый текст шифруется блоками 64 бит, используя 256 битный ключ шифра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3200" dirty="0"/>
              <a:t>Процесс шифрования состоит из 32-х раундов схемы </a:t>
            </a:r>
            <a:r>
              <a:rPr lang="ru-RU" sz="3200" dirty="0" err="1"/>
              <a:t>Фейстеля</a:t>
            </a:r>
            <a:r>
              <a:rPr lang="ru-RU" sz="3200" dirty="0"/>
              <a:t> и назван базовым циклом зашифрования (32-З)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3200" dirty="0"/>
              <a:t>Каждый раунд использует 32 - битовый раундовый ключ (элемент ключа шифрования), сгенерированный на основе ключа шифра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3200" dirty="0"/>
              <a:t>Для расшифрования используется тот же алгоритм и ключ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3200" dirty="0"/>
              <a:t>Процесс расшифрования назван базовым циклом расшифровывания (32-Р)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3200" dirty="0"/>
              <a:t>Ещё есть базовый цикл выработки </a:t>
            </a:r>
            <a:r>
              <a:rPr lang="ru-RU" sz="3200" dirty="0" err="1"/>
              <a:t>имитовставки</a:t>
            </a:r>
            <a:r>
              <a:rPr lang="ru-RU" sz="3200" dirty="0"/>
              <a:t> (16-З) 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8CBD319E-EC7F-E5DD-2ED5-7B4EF97046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6741" y="1729075"/>
            <a:ext cx="655048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5300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9207A-46E3-036C-D970-43082626D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7AD1A2-E038-68DE-866B-7DE35B8A6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3127"/>
            <a:ext cx="12258040" cy="1325563"/>
          </a:xfrm>
        </p:spPr>
        <p:txBody>
          <a:bodyPr/>
          <a:lstStyle/>
          <a:p>
            <a:pPr algn="ctr"/>
            <a:r>
              <a:rPr lang="ru-RU" dirty="0"/>
              <a:t>S-блоки и развертывание ключа в «Магме» 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5DEAB04D-C2B8-E87E-4895-45E2FED628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1077" y="1408690"/>
            <a:ext cx="6814123" cy="245515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F1FAFD2-A8F3-98D3-DAAD-B8D4300517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7669" y="4089114"/>
            <a:ext cx="3267531" cy="2200582"/>
          </a:xfrm>
          <a:prstGeom prst="rect">
            <a:avLst/>
          </a:prstGeom>
        </p:spPr>
      </p:pic>
      <p:sp>
        <p:nvSpPr>
          <p:cNvPr id="9" name="Объект 4">
            <a:extLst>
              <a:ext uri="{FF2B5EF4-FFF2-40B4-BE49-F238E27FC236}">
                <a16:creationId xmlns:a16="http://schemas.microsoft.com/office/drawing/2014/main" id="{EF9D6818-223F-E389-7189-B2FD292B5C05}"/>
              </a:ext>
            </a:extLst>
          </p:cNvPr>
          <p:cNvSpPr txBox="1">
            <a:spLocks/>
          </p:cNvSpPr>
          <p:nvPr/>
        </p:nvSpPr>
        <p:spPr>
          <a:xfrm>
            <a:off x="7492617" y="4253706"/>
            <a:ext cx="4699383" cy="220058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ru-RU" sz="3200" dirty="0"/>
              <a:t>256-битный ключ шифра последовательно разбивается на восемь 32-битных раундовых ключей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3200" dirty="0"/>
              <a:t>Каждый раундовый ключ используется в четырех различных раундах по определенной схеме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61267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D0938-A5D7-9F8A-0259-6F29A910F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20067B-186D-8309-2B02-2A23010F0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3127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CrypTool</a:t>
            </a:r>
            <a:r>
              <a:rPr lang="en-US" dirty="0"/>
              <a:t> 2</a:t>
            </a:r>
            <a:r>
              <a:rPr lang="ru-RU" dirty="0"/>
              <a:t>: схема реализации GOST </a:t>
            </a:r>
            <a:r>
              <a:rPr lang="ru-RU" dirty="0" err="1"/>
              <a:t>Magma</a:t>
            </a:r>
            <a:r>
              <a:rPr lang="ru-RU" dirty="0"/>
              <a:t> </a:t>
            </a:r>
            <a:r>
              <a:rPr lang="ru-RU" dirty="0" err="1"/>
              <a:t>Cipher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E60B0FDF-F411-63CC-3323-A243BE1A87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1522" y="1607846"/>
            <a:ext cx="10048954" cy="485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729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9207A-46E3-036C-D970-43082626D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7AD1A2-E038-68DE-866B-7DE35B8A6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3127"/>
            <a:ext cx="12258040" cy="1325563"/>
          </a:xfrm>
        </p:spPr>
        <p:txBody>
          <a:bodyPr/>
          <a:lstStyle/>
          <a:p>
            <a:pPr algn="ctr"/>
            <a:r>
              <a:rPr lang="ru-RU" dirty="0"/>
              <a:t>Раундовые преобразования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035082DC-D70B-1226-34FA-703CD90F4C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8776" b="3858"/>
          <a:stretch>
            <a:fillRect/>
          </a:stretch>
        </p:blipFill>
        <p:spPr>
          <a:xfrm>
            <a:off x="802887" y="1527717"/>
            <a:ext cx="5712091" cy="468199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90137EE-FBAF-0D5A-98E5-44E23877DC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986"/>
          <a:stretch>
            <a:fillRect/>
          </a:stretch>
        </p:blipFill>
        <p:spPr>
          <a:xfrm>
            <a:off x="6788562" y="1527717"/>
            <a:ext cx="4815795" cy="479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3871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9207A-46E3-036C-D970-43082626D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7AD1A2-E038-68DE-866B-7DE35B8A6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3127"/>
            <a:ext cx="12258040" cy="1325563"/>
          </a:xfrm>
        </p:spPr>
        <p:txBody>
          <a:bodyPr/>
          <a:lstStyle/>
          <a:p>
            <a:pPr algn="ctr"/>
            <a:r>
              <a:rPr lang="ru-RU" dirty="0"/>
              <a:t>Дифференциальные характеристики S1-блока Магмы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09DC3DA2-9063-411C-1268-3EA6C3F164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503513"/>
              </p:ext>
            </p:extLst>
          </p:nvPr>
        </p:nvGraphicFramePr>
        <p:xfrm>
          <a:off x="335280" y="1076446"/>
          <a:ext cx="4560811" cy="5610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83">
                  <a:extLst>
                    <a:ext uri="{9D8B030D-6E8A-4147-A177-3AD203B41FA5}">
                      <a16:colId xmlns:a16="http://schemas.microsoft.com/office/drawing/2014/main" val="3250311143"/>
                    </a:ext>
                  </a:extLst>
                </a:gridCol>
                <a:gridCol w="268283">
                  <a:extLst>
                    <a:ext uri="{9D8B030D-6E8A-4147-A177-3AD203B41FA5}">
                      <a16:colId xmlns:a16="http://schemas.microsoft.com/office/drawing/2014/main" val="1526985167"/>
                    </a:ext>
                  </a:extLst>
                </a:gridCol>
                <a:gridCol w="268283">
                  <a:extLst>
                    <a:ext uri="{9D8B030D-6E8A-4147-A177-3AD203B41FA5}">
                      <a16:colId xmlns:a16="http://schemas.microsoft.com/office/drawing/2014/main" val="1041389602"/>
                    </a:ext>
                  </a:extLst>
                </a:gridCol>
                <a:gridCol w="268283">
                  <a:extLst>
                    <a:ext uri="{9D8B030D-6E8A-4147-A177-3AD203B41FA5}">
                      <a16:colId xmlns:a16="http://schemas.microsoft.com/office/drawing/2014/main" val="3323544951"/>
                    </a:ext>
                  </a:extLst>
                </a:gridCol>
                <a:gridCol w="268283">
                  <a:extLst>
                    <a:ext uri="{9D8B030D-6E8A-4147-A177-3AD203B41FA5}">
                      <a16:colId xmlns:a16="http://schemas.microsoft.com/office/drawing/2014/main" val="3870686835"/>
                    </a:ext>
                  </a:extLst>
                </a:gridCol>
                <a:gridCol w="268283">
                  <a:extLst>
                    <a:ext uri="{9D8B030D-6E8A-4147-A177-3AD203B41FA5}">
                      <a16:colId xmlns:a16="http://schemas.microsoft.com/office/drawing/2014/main" val="465635622"/>
                    </a:ext>
                  </a:extLst>
                </a:gridCol>
                <a:gridCol w="268283">
                  <a:extLst>
                    <a:ext uri="{9D8B030D-6E8A-4147-A177-3AD203B41FA5}">
                      <a16:colId xmlns:a16="http://schemas.microsoft.com/office/drawing/2014/main" val="1014886472"/>
                    </a:ext>
                  </a:extLst>
                </a:gridCol>
                <a:gridCol w="268283">
                  <a:extLst>
                    <a:ext uri="{9D8B030D-6E8A-4147-A177-3AD203B41FA5}">
                      <a16:colId xmlns:a16="http://schemas.microsoft.com/office/drawing/2014/main" val="1992773029"/>
                    </a:ext>
                  </a:extLst>
                </a:gridCol>
                <a:gridCol w="268283">
                  <a:extLst>
                    <a:ext uri="{9D8B030D-6E8A-4147-A177-3AD203B41FA5}">
                      <a16:colId xmlns:a16="http://schemas.microsoft.com/office/drawing/2014/main" val="2343880128"/>
                    </a:ext>
                  </a:extLst>
                </a:gridCol>
                <a:gridCol w="268283">
                  <a:extLst>
                    <a:ext uri="{9D8B030D-6E8A-4147-A177-3AD203B41FA5}">
                      <a16:colId xmlns:a16="http://schemas.microsoft.com/office/drawing/2014/main" val="1216006904"/>
                    </a:ext>
                  </a:extLst>
                </a:gridCol>
                <a:gridCol w="268283">
                  <a:extLst>
                    <a:ext uri="{9D8B030D-6E8A-4147-A177-3AD203B41FA5}">
                      <a16:colId xmlns:a16="http://schemas.microsoft.com/office/drawing/2014/main" val="3940002552"/>
                    </a:ext>
                  </a:extLst>
                </a:gridCol>
                <a:gridCol w="268283">
                  <a:extLst>
                    <a:ext uri="{9D8B030D-6E8A-4147-A177-3AD203B41FA5}">
                      <a16:colId xmlns:a16="http://schemas.microsoft.com/office/drawing/2014/main" val="4016165899"/>
                    </a:ext>
                  </a:extLst>
                </a:gridCol>
                <a:gridCol w="268283">
                  <a:extLst>
                    <a:ext uri="{9D8B030D-6E8A-4147-A177-3AD203B41FA5}">
                      <a16:colId xmlns:a16="http://schemas.microsoft.com/office/drawing/2014/main" val="1021902435"/>
                    </a:ext>
                  </a:extLst>
                </a:gridCol>
                <a:gridCol w="268283">
                  <a:extLst>
                    <a:ext uri="{9D8B030D-6E8A-4147-A177-3AD203B41FA5}">
                      <a16:colId xmlns:a16="http://schemas.microsoft.com/office/drawing/2014/main" val="564664884"/>
                    </a:ext>
                  </a:extLst>
                </a:gridCol>
                <a:gridCol w="268283">
                  <a:extLst>
                    <a:ext uri="{9D8B030D-6E8A-4147-A177-3AD203B41FA5}">
                      <a16:colId xmlns:a16="http://schemas.microsoft.com/office/drawing/2014/main" val="1345059620"/>
                    </a:ext>
                  </a:extLst>
                </a:gridCol>
                <a:gridCol w="268283">
                  <a:extLst>
                    <a:ext uri="{9D8B030D-6E8A-4147-A177-3AD203B41FA5}">
                      <a16:colId xmlns:a16="http://schemas.microsoft.com/office/drawing/2014/main" val="225290211"/>
                    </a:ext>
                  </a:extLst>
                </a:gridCol>
                <a:gridCol w="268283">
                  <a:extLst>
                    <a:ext uri="{9D8B030D-6E8A-4147-A177-3AD203B41FA5}">
                      <a16:colId xmlns:a16="http://schemas.microsoft.com/office/drawing/2014/main" val="3657832553"/>
                    </a:ext>
                  </a:extLst>
                </a:gridCol>
              </a:tblGrid>
              <a:tr h="36189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ru-RU" sz="800" b="0" i="0" dirty="0">
                        <a:solidFill>
                          <a:srgbClr val="141413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br>
                        <a:rPr lang="ru-RU" sz="8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</a:br>
                      <a:r>
                        <a:rPr lang="ru-RU" sz="8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661101"/>
                  </a:ext>
                </a:extLst>
              </a:tr>
              <a:tr h="32754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827042"/>
                  </a:ext>
                </a:extLst>
              </a:tr>
              <a:tr h="32754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5A4815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5850465"/>
                  </a:ext>
                </a:extLst>
              </a:tr>
              <a:tr h="32754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 dirty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78121"/>
                  </a:ext>
                </a:extLst>
              </a:tr>
              <a:tr h="32754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471308"/>
                  </a:ext>
                </a:extLst>
              </a:tr>
              <a:tr h="32754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 dirty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7297476"/>
                  </a:ext>
                </a:extLst>
              </a:tr>
              <a:tr h="32754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99715"/>
                  </a:ext>
                </a:extLst>
              </a:tr>
              <a:tr h="32754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5A4815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2846652"/>
                  </a:ext>
                </a:extLst>
              </a:tr>
              <a:tr h="32754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 dirty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5A4815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130776"/>
                  </a:ext>
                </a:extLst>
              </a:tr>
              <a:tr h="32754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F2C28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637693"/>
                  </a:ext>
                </a:extLst>
              </a:tr>
              <a:tr h="32754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5A4815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448954"/>
                  </a:ext>
                </a:extLst>
              </a:tr>
              <a:tr h="32754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696701"/>
                  </a:ext>
                </a:extLst>
              </a:tr>
              <a:tr h="32754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009514"/>
                  </a:ext>
                </a:extLst>
              </a:tr>
              <a:tr h="32754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 dirty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675523"/>
                  </a:ext>
                </a:extLst>
              </a:tr>
              <a:tr h="32754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502087"/>
                  </a:ext>
                </a:extLst>
              </a:tr>
              <a:tr h="32754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5A4815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 dirty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675376"/>
                  </a:ext>
                </a:extLst>
              </a:tr>
              <a:tr h="32754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5A4815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>
                          <a:solidFill>
                            <a:srgbClr val="73726C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ru-RU" sz="8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024672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E685807-4FAA-C439-EEC4-C27E5B923F1D}"/>
              </a:ext>
            </a:extLst>
          </p:cNvPr>
          <p:cNvSpPr txBox="1"/>
          <p:nvPr/>
        </p:nvSpPr>
        <p:spPr>
          <a:xfrm>
            <a:off x="5249344" y="1408690"/>
            <a:ext cx="6655442" cy="1818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450"/>
              </a:spcAft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S1 = {12, 4, 6, 2, 10, 5, 11, 9, 14, 8, 13, 7, 0, 3, 15, 1}</a:t>
            </a:r>
          </a:p>
          <a:p>
            <a:pPr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Максимум при ΔX ≠ 0: </a:t>
            </a:r>
          </a:p>
          <a:p>
            <a:pPr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4 из 16, то есть p = 0,25 (ячеек с этим значением 18).</a:t>
            </a:r>
            <a:br>
              <a:rPr lang="ru-RU" dirty="0"/>
            </a:b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Характеристики с p = 0,25 (ΔX→ΔY):</a:t>
            </a:r>
            <a:br>
              <a:rPr lang="ru-RU" dirty="0"/>
            </a:b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2→F, 3→E, 4→6, 4→B, 5→8, 5→9, 6→7, 6→D, 7→7, 7→F, 9→A, A→A, B→9, B→B, D→4, E→1, E→5, F→D.</a:t>
            </a:r>
            <a:endParaRPr lang="ru-RU" dirty="0"/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E7B5CD0F-F6B3-A713-DEC7-CF576ABF2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3406644"/>
              </p:ext>
            </p:extLst>
          </p:nvPr>
        </p:nvGraphicFramePr>
        <p:xfrm>
          <a:off x="5509548" y="3325367"/>
          <a:ext cx="5694741" cy="1275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148">
                  <a:extLst>
                    <a:ext uri="{9D8B030D-6E8A-4147-A177-3AD203B41FA5}">
                      <a16:colId xmlns:a16="http://schemas.microsoft.com/office/drawing/2014/main" val="2550661236"/>
                    </a:ext>
                  </a:extLst>
                </a:gridCol>
                <a:gridCol w="532436">
                  <a:extLst>
                    <a:ext uri="{9D8B030D-6E8A-4147-A177-3AD203B41FA5}">
                      <a16:colId xmlns:a16="http://schemas.microsoft.com/office/drawing/2014/main" val="3197262549"/>
                    </a:ext>
                  </a:extLst>
                </a:gridCol>
                <a:gridCol w="509286">
                  <a:extLst>
                    <a:ext uri="{9D8B030D-6E8A-4147-A177-3AD203B41FA5}">
                      <a16:colId xmlns:a16="http://schemas.microsoft.com/office/drawing/2014/main" val="1522688052"/>
                    </a:ext>
                  </a:extLst>
                </a:gridCol>
                <a:gridCol w="532435">
                  <a:extLst>
                    <a:ext uri="{9D8B030D-6E8A-4147-A177-3AD203B41FA5}">
                      <a16:colId xmlns:a16="http://schemas.microsoft.com/office/drawing/2014/main" val="1491522502"/>
                    </a:ext>
                  </a:extLst>
                </a:gridCol>
                <a:gridCol w="559440">
                  <a:extLst>
                    <a:ext uri="{9D8B030D-6E8A-4147-A177-3AD203B41FA5}">
                      <a16:colId xmlns:a16="http://schemas.microsoft.com/office/drawing/2014/main" val="2584610054"/>
                    </a:ext>
                  </a:extLst>
                </a:gridCol>
                <a:gridCol w="632749">
                  <a:extLst>
                    <a:ext uri="{9D8B030D-6E8A-4147-A177-3AD203B41FA5}">
                      <a16:colId xmlns:a16="http://schemas.microsoft.com/office/drawing/2014/main" val="1053483220"/>
                    </a:ext>
                  </a:extLst>
                </a:gridCol>
                <a:gridCol w="632749">
                  <a:extLst>
                    <a:ext uri="{9D8B030D-6E8A-4147-A177-3AD203B41FA5}">
                      <a16:colId xmlns:a16="http://schemas.microsoft.com/office/drawing/2014/main" val="2819755488"/>
                    </a:ext>
                  </a:extLst>
                </a:gridCol>
                <a:gridCol w="632749">
                  <a:extLst>
                    <a:ext uri="{9D8B030D-6E8A-4147-A177-3AD203B41FA5}">
                      <a16:colId xmlns:a16="http://schemas.microsoft.com/office/drawing/2014/main" val="3553827419"/>
                    </a:ext>
                  </a:extLst>
                </a:gridCol>
                <a:gridCol w="632749">
                  <a:extLst>
                    <a:ext uri="{9D8B030D-6E8A-4147-A177-3AD203B41FA5}">
                      <a16:colId xmlns:a16="http://schemas.microsoft.com/office/drawing/2014/main" val="1771404606"/>
                    </a:ext>
                  </a:extLst>
                </a:gridCol>
              </a:tblGrid>
              <a:tr h="40911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4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S-блок</a:t>
                      </a:r>
                    </a:p>
                  </a:txBody>
                  <a:tcPr marL="60960" marR="609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4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S1</a:t>
                      </a:r>
                    </a:p>
                  </a:txBody>
                  <a:tcPr marL="60960" marR="609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4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S2</a:t>
                      </a:r>
                    </a:p>
                  </a:txBody>
                  <a:tcPr marL="60960" marR="609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4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S3</a:t>
                      </a:r>
                    </a:p>
                  </a:txBody>
                  <a:tcPr marL="60960" marR="609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4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S4</a:t>
                      </a:r>
                    </a:p>
                  </a:txBody>
                  <a:tcPr marL="60960" marR="609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4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S5</a:t>
                      </a:r>
                    </a:p>
                  </a:txBody>
                  <a:tcPr marL="60960" marR="609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4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S6</a:t>
                      </a:r>
                    </a:p>
                  </a:txBody>
                  <a:tcPr marL="60960" marR="609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4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S7</a:t>
                      </a:r>
                    </a:p>
                  </a:txBody>
                  <a:tcPr marL="60960" marR="609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4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S8</a:t>
                      </a:r>
                    </a:p>
                  </a:txBody>
                  <a:tcPr marL="60960" marR="609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219998"/>
                  </a:ext>
                </a:extLst>
              </a:tr>
              <a:tr h="40911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4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макс. из 16</a:t>
                      </a:r>
                    </a:p>
                  </a:txBody>
                  <a:tcPr marL="60960" marR="609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4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60960" marR="609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4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60960" marR="609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4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60960" marR="609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4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60960" marR="609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4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60960" marR="609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4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60960" marR="609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4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60960" marR="609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4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60960" marR="609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6320555"/>
                  </a:ext>
                </a:extLst>
              </a:tr>
              <a:tr h="40911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4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ячеек p &gt; 0,25</a:t>
                      </a:r>
                    </a:p>
                  </a:txBody>
                  <a:tcPr marL="60960" marR="609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4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60960" marR="609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4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60960" marR="609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4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60960" marR="609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4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60960" marR="609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4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60960" marR="609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4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60960" marR="609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400" b="0" i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60960" marR="609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400" b="0" i="0" dirty="0">
                          <a:solidFill>
                            <a:srgbClr val="141413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60960" marR="609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45241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6EBAEED-D088-8A0A-B791-A8EFBAA64531}"/>
              </a:ext>
            </a:extLst>
          </p:cNvPr>
          <p:cNvSpPr txBox="1"/>
          <p:nvPr/>
        </p:nvSpPr>
        <p:spPr>
          <a:xfrm>
            <a:off x="5249344" y="4849490"/>
            <a:ext cx="772031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Пример (S1, ΔX = 2): </a:t>
            </a:r>
          </a:p>
          <a:p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ΔY = F при X = 9, 11, 12, 14, то есть 4/16 = 0,25; </a:t>
            </a:r>
          </a:p>
          <a:p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остальные ΔY (A, 6, 1, C, 3, 2) по 2 раза.</a:t>
            </a:r>
            <a:br>
              <a:rPr lang="ru-RU" dirty="0"/>
            </a:b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Вывод: ни у одного S-блока Магмы p не превышает порог 0,25</a:t>
            </a:r>
            <a:r>
              <a:rPr lang="ru-RU" dirty="0"/>
              <a:t>, 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распределение ΔY близко к равномерному, </a:t>
            </a:r>
          </a:p>
          <a:p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явной дифференциальной уязвимости нет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357728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02256-2C0E-60FB-D5ED-D1B73BA03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613750-74E1-3DF0-AF81-676A74A0F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3127"/>
            <a:ext cx="12258040" cy="1325563"/>
          </a:xfrm>
        </p:spPr>
        <p:txBody>
          <a:bodyPr/>
          <a:lstStyle/>
          <a:p>
            <a:pPr algn="ctr"/>
            <a:r>
              <a:rPr lang="ru-RU" dirty="0"/>
              <a:t>Блок-схема зашифрования Магма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F52B6EC-63DB-19D3-96AC-AF0668C17B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67606" y="1097279"/>
            <a:ext cx="2656788" cy="550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3525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DE1A6-7C05-9D6D-4F03-53D22A036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F61230-D721-EBBA-83F4-3C88041A7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5309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CF4765-D2FE-C584-639A-2DE191D7B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126" y="843147"/>
            <a:ext cx="11035748" cy="57663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В работе получены следующие основные результаты: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400" dirty="0"/>
              <a:t> </a:t>
            </a:r>
            <a:r>
              <a:rPr lang="ru-RU" sz="2400" dirty="0"/>
              <a:t>Изучены структура и раундовые преобразования DES; рассмотрены IP, раундовая функция, S-блоки, P-перестановка и развёртывание ключа, построена блок-схема зашифрования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ru-RU" sz="2400" dirty="0"/>
              <a:t>Изучен упрощённый блочный шифр и алгоритм построения таблицы дифференциальных характеристик S-блока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ru-RU" sz="2400" dirty="0"/>
              <a:t>Исследованы режимы DES: ECB и CBC, построены блок-схемы их зашифрования и экспериментально сравнено их влияние на повторяющиеся блоки изображения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ru-RU" sz="2400" dirty="0"/>
              <a:t>Рассмотрены четыре варианта 3DES, перечисленные в методическом пособии; в </a:t>
            </a:r>
            <a:r>
              <a:rPr lang="ru-RU" sz="2400" dirty="0" err="1"/>
              <a:t>CrypTool</a:t>
            </a:r>
            <a:r>
              <a:rPr lang="ru-RU" sz="2400" dirty="0"/>
              <a:t> 2 подтверждены фактически доступные варианты: </a:t>
            </a:r>
            <a:r>
              <a:rPr lang="en-US" sz="2400" dirty="0"/>
              <a:t>EDE2</a:t>
            </a:r>
            <a:r>
              <a:rPr lang="ru-RU" sz="2400" dirty="0"/>
              <a:t> и</a:t>
            </a:r>
            <a:r>
              <a:rPr lang="en-US" sz="2400" dirty="0"/>
              <a:t> EDE3</a:t>
            </a:r>
            <a:r>
              <a:rPr lang="ru-RU" sz="2400" dirty="0"/>
              <a:t>, построены схемы их зашифрования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ru-RU" sz="2400" dirty="0"/>
              <a:t>Изучена структура Магмы: 64-битный блок, 256-битный ключ, 32 раунда и схема использования раундовых ключей; для S-блока №1 Магмы рассчитана DDT; максимальная вероятность при ненулевой ΔX составляет 4/16 = 0,25</a:t>
            </a:r>
          </a:p>
        </p:txBody>
      </p:sp>
    </p:spTree>
    <p:extLst>
      <p:ext uri="{BB962C8B-B14F-4D97-AF65-F5344CB8AC3E}">
        <p14:creationId xmlns:p14="http://schemas.microsoft.com/office/powerpoint/2010/main" val="171841234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Другая 5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1373</TotalTime>
  <Words>2031</Words>
  <Application>Microsoft Office PowerPoint</Application>
  <PresentationFormat>Widescreen</PresentationFormat>
  <Paragraphs>798</Paragraphs>
  <Slides>36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Aptos</vt:lpstr>
      <vt:lpstr>Arial</vt:lpstr>
      <vt:lpstr>Courier New</vt:lpstr>
      <vt:lpstr>Times New Roman</vt:lpstr>
      <vt:lpstr>Wingdings</vt:lpstr>
      <vt:lpstr>Тема Office</vt:lpstr>
      <vt:lpstr>Лабораторная №2 Исследование шифров DES, 3DES и Магма</vt:lpstr>
      <vt:lpstr>Цель и задачи:</vt:lpstr>
      <vt:lpstr>Общая структура DES Visualisation</vt:lpstr>
      <vt:lpstr>Раунды и перестановки DES</vt:lpstr>
      <vt:lpstr>CrypTool 2: схема реализации DES Visualisation</vt:lpstr>
      <vt:lpstr>CrypTool 2: исходные данные, начальная перестановка и раундовые ключи DES Visualisation</vt:lpstr>
      <vt:lpstr>CrypTool 2: генерация раундовых ключей (раунд 1)</vt:lpstr>
      <vt:lpstr>CrypTool 2: общая схема (1 раунд)</vt:lpstr>
      <vt:lpstr>CrypTool 2: функция f DES Visualisation</vt:lpstr>
      <vt:lpstr>CrypTool 2: результат и обмен половин (1 раунд)</vt:lpstr>
      <vt:lpstr>CrypTool 2: (раунды 2-16) и конечная перестановка</vt:lpstr>
      <vt:lpstr>Блок-схема зашифровки DES Visualisation</vt:lpstr>
      <vt:lpstr>Общая структура упрощённого блочного шифра</vt:lpstr>
      <vt:lpstr>CrypTool 2: схема реализации DA_Tutor2</vt:lpstr>
      <vt:lpstr>Параметры шифра и сгенерированные S-блоки</vt:lpstr>
      <vt:lpstr>Блок-схема расчёта дифференциальных характеристик S-блока</vt:lpstr>
      <vt:lpstr>Результаты расчёта для выбранного S-блока</vt:lpstr>
      <vt:lpstr>Ход атаки в DA_Tutor</vt:lpstr>
      <vt:lpstr>Режимы работы блочного шифра</vt:lpstr>
      <vt:lpstr>Режим электронной кодовой книги (ECB)</vt:lpstr>
      <vt:lpstr>Блок-схема зашифрования в режиме ECB</vt:lpstr>
      <vt:lpstr>Режим сцепления блоков шифровки (CBC)</vt:lpstr>
      <vt:lpstr>Блок-схема зашифрования в режиме CBC</vt:lpstr>
      <vt:lpstr>Скриншоты исходного и шифрованных изображений в разных режимах работы шифров</vt:lpstr>
      <vt:lpstr>Шифр Triple DES</vt:lpstr>
      <vt:lpstr>CrypTool 2: схема экспериментального определения версий 3DES</vt:lpstr>
      <vt:lpstr>CrypTool 2: схема зашифрования EDE3(K1K2K3)</vt:lpstr>
      <vt:lpstr>CrypTool 2: схема зашифрования EDE2(K1K2K1)</vt:lpstr>
      <vt:lpstr>Не реализованы: схемы зашифрования EEE3(K1K2K3), EEE2(K1K2K1)</vt:lpstr>
      <vt:lpstr>Шифр Магма</vt:lpstr>
      <vt:lpstr>S-блоки и развертывание ключа в «Магме» </vt:lpstr>
      <vt:lpstr>CrypTool 2: схема реализации GOST Magma Cipher</vt:lpstr>
      <vt:lpstr>Раундовые преобразования</vt:lpstr>
      <vt:lpstr>Дифференциальные характеристики S1-блока Магмы</vt:lpstr>
      <vt:lpstr>Блок-схема зашифрования Магма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Inna Kirillova</dc:creator>
  <cp:lastModifiedBy>Kirill Maltsev</cp:lastModifiedBy>
  <cp:revision>3</cp:revision>
  <dcterms:created xsi:type="dcterms:W3CDTF">2026-09-26T15:02:58Z</dcterms:created>
  <dcterms:modified xsi:type="dcterms:W3CDTF">2026-10-27T05:44:28Z</dcterms:modified>
</cp:coreProperties>
</file>